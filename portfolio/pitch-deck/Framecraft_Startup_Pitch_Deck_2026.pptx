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d5dda7c7fa546e1" /><Relationship Type="http://schemas.openxmlformats.org/officeDocument/2006/relationships/extended-properties" Target="/docProps/app.xml" Id="Rf09c279c9c5e4153" /><Relationship Type="http://schemas.openxmlformats.org/officeDocument/2006/relationships/officeDocument" Target="/ppt/presentation.xml" Id="Rb9251d83e7424dfd" /></Relationships>
</file>

<file path=ppt/presentation.xml><?xml version="1.0" encoding="utf-8"?>
<p:presentation xmlns:p="http://schemas.openxmlformats.org/presentationml/2006/main">
  <p:sldMasterIdLst>
    <p:sldMasterId xmlns:r="http://schemas.openxmlformats.org/officeDocument/2006/relationships" id="2147483648" r:id="Rc2b44c4173f04a6b"/>
  </p:sldMasterIdLst>
  <p:notesMasterIdLst>
    <p:notesMasterId xmlns:r="http://schemas.openxmlformats.org/officeDocument/2006/relationships" r:id="Rdbf5d227dfc64c1b"/>
  </p:notesMasterIdLst>
  <p:sldIdLst>
    <p:sldId xmlns:r="http://schemas.openxmlformats.org/officeDocument/2006/relationships" id="256" r:id="R2a73c3b02ebb4bfa"/>
    <p:sldId xmlns:r="http://schemas.openxmlformats.org/officeDocument/2006/relationships" id="257" r:id="Rac9c0ab6e10d4522"/>
    <p:sldId xmlns:r="http://schemas.openxmlformats.org/officeDocument/2006/relationships" id="258" r:id="Ra35c080306124986"/>
    <p:sldId xmlns:r="http://schemas.openxmlformats.org/officeDocument/2006/relationships" id="259" r:id="Ra32adbff81094e9a"/>
    <p:sldId xmlns:r="http://schemas.openxmlformats.org/officeDocument/2006/relationships" id="260" r:id="R27f3dd44b1ab49c3"/>
    <p:sldId xmlns:r="http://schemas.openxmlformats.org/officeDocument/2006/relationships" id="261" r:id="R077780dac1474085"/>
    <p:sldId xmlns:r="http://schemas.openxmlformats.org/officeDocument/2006/relationships" id="262" r:id="R2196c3501a6f4f32"/>
    <p:sldId xmlns:r="http://schemas.openxmlformats.org/officeDocument/2006/relationships" id="263" r:id="R8030073193e14ed5"/>
    <p:sldId xmlns:r="http://schemas.openxmlformats.org/officeDocument/2006/relationships" id="264" r:id="Rca80fa99a5f04a54"/>
    <p:sldId xmlns:r="http://schemas.openxmlformats.org/officeDocument/2006/relationships" id="265" r:id="R11b55698f7cf4b67"/>
    <p:sldId xmlns:r="http://schemas.openxmlformats.org/officeDocument/2006/relationships" id="266" r:id="R30cd5ccc349b4bc7"/>
    <p:sldId xmlns:r="http://schemas.openxmlformats.org/officeDocument/2006/relationships" id="267" r:id="R82a1ba37bd1b411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482d9d118e84a0b" /><Relationship Type="http://schemas.openxmlformats.org/officeDocument/2006/relationships/slideMaster" Target="/ppt/slideMasters/slideMaster1.xml" Id="Rc2b44c4173f04a6b" /><Relationship Type="http://schemas.openxmlformats.org/officeDocument/2006/relationships/notesMaster" Target="/ppt/notesMasters/notesMaster1.xml" Id="Rdbf5d227dfc64c1b" /><Relationship Type="http://schemas.openxmlformats.org/officeDocument/2006/relationships/presProps" Target="/ppt/presProps.xml" Id="R570eb36d9ba74625" /><Relationship Type="http://schemas.openxmlformats.org/officeDocument/2006/relationships/tableStyles" Target="/ppt/tableStyles.xml" Id="Rd0ea6b739ef24996" /><Relationship Type="http://schemas.openxmlformats.org/officeDocument/2006/relationships/slide" Target="/ppt/slides/slide1.xml" Id="R2a73c3b02ebb4bfa" /><Relationship Type="http://schemas.openxmlformats.org/officeDocument/2006/relationships/slide" Target="/ppt/slides/slide2.xml" Id="Rac9c0ab6e10d4522" /><Relationship Type="http://schemas.openxmlformats.org/officeDocument/2006/relationships/slide" Target="/ppt/slides/slide3.xml" Id="Ra35c080306124986" /><Relationship Type="http://schemas.openxmlformats.org/officeDocument/2006/relationships/slide" Target="/ppt/slides/slide4.xml" Id="Ra32adbff81094e9a" /><Relationship Type="http://schemas.openxmlformats.org/officeDocument/2006/relationships/slide" Target="/ppt/slides/slide5.xml" Id="R27f3dd44b1ab49c3" /><Relationship Type="http://schemas.openxmlformats.org/officeDocument/2006/relationships/slide" Target="/ppt/slides/slide6.xml" Id="R077780dac1474085" /><Relationship Type="http://schemas.openxmlformats.org/officeDocument/2006/relationships/slide" Target="/ppt/slides/slide7.xml" Id="R2196c3501a6f4f32" /><Relationship Type="http://schemas.openxmlformats.org/officeDocument/2006/relationships/slide" Target="/ppt/slides/slide8.xml" Id="R8030073193e14ed5" /><Relationship Type="http://schemas.openxmlformats.org/officeDocument/2006/relationships/slide" Target="/ppt/slides/slide9.xml" Id="Rca80fa99a5f04a54" /><Relationship Type="http://schemas.openxmlformats.org/officeDocument/2006/relationships/slide" Target="/ppt/slides/slide10.xml" Id="R11b55698f7cf4b67" /><Relationship Type="http://schemas.openxmlformats.org/officeDocument/2006/relationships/slide" Target="/ppt/slides/slide11.xml" Id="R30cd5ccc349b4bc7" /><Relationship Type="http://schemas.openxmlformats.org/officeDocument/2006/relationships/slide" Target="/ppt/slides/slide12.xml" Id="R82a1ba37bd1b411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6d58489f69a437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23146c06b51407d" /><Relationship Type="http://schemas.openxmlformats.org/officeDocument/2006/relationships/notesMaster" Target="/ppt/notesMasters/notesMaster1.xml" Id="R9e1f899b62424078" /></Relationships>
</file>

<file path=ppt/notesSlides/_rels/notesSlide2.xml.rels>&#65279;<?xml version="1.0" encoding="utf-8"?><Relationships xmlns="http://schemas.openxmlformats.org/package/2006/relationships"><Relationship Type="http://schemas.openxmlformats.org/officeDocument/2006/relationships/slide" Target="/ppt/slides/slide2.xml" Id="R6ab5df3c94224e01" /><Relationship Type="http://schemas.openxmlformats.org/officeDocument/2006/relationships/notesMaster" Target="/ppt/notesMasters/notesMaster1.xml" Id="R10a7188a1da045b8" /></Relationships>
</file>

<file path=ppt/notesSlides/_rels/notesSlide3.xml.rels>&#65279;<?xml version="1.0" encoding="utf-8"?><Relationships xmlns="http://schemas.openxmlformats.org/package/2006/relationships"><Relationship Type="http://schemas.openxmlformats.org/officeDocument/2006/relationships/slide" Target="/ppt/slides/slide3.xml" Id="Rb2741608e2ac43c8" /><Relationship Type="http://schemas.openxmlformats.org/officeDocument/2006/relationships/notesMaster" Target="/ppt/notesMasters/notesMaster1.xml" Id="R2e762174cc2f46bf" /></Relationships>
</file>

<file path=ppt/notesSlides/_rels/notesSlide4.xml.rels>&#65279;<?xml version="1.0" encoding="utf-8"?><Relationships xmlns="http://schemas.openxmlformats.org/package/2006/relationships"><Relationship Type="http://schemas.openxmlformats.org/officeDocument/2006/relationships/slide" Target="/ppt/slides/slide4.xml" Id="R7916e7442eb34dd5" /><Relationship Type="http://schemas.openxmlformats.org/officeDocument/2006/relationships/notesMaster" Target="/ppt/notesMasters/notesMaster1.xml" Id="R8524221ca4564683" /></Relationships>
</file>

<file path=ppt/notesSlides/_rels/notesSlide5.xml.rels>&#65279;<?xml version="1.0" encoding="utf-8"?><Relationships xmlns="http://schemas.openxmlformats.org/package/2006/relationships"><Relationship Type="http://schemas.openxmlformats.org/officeDocument/2006/relationships/slide" Target="/ppt/slides/slide5.xml" Id="Rdc116c03afe64e78" /><Relationship Type="http://schemas.openxmlformats.org/officeDocument/2006/relationships/notesMaster" Target="/ppt/notesMasters/notesMaster1.xml" Id="Rca5040b78705423e" /></Relationships>
</file>

<file path=ppt/notesSlides/_rels/notesSlide6.xml.rels>&#65279;<?xml version="1.0" encoding="utf-8"?><Relationships xmlns="http://schemas.openxmlformats.org/package/2006/relationships"><Relationship Type="http://schemas.openxmlformats.org/officeDocument/2006/relationships/slide" Target="/ppt/slides/slide6.xml" Id="R70529fcc7bdd42e5" /><Relationship Type="http://schemas.openxmlformats.org/officeDocument/2006/relationships/notesMaster" Target="/ppt/notesMasters/notesMaster1.xml" Id="R4d20660841cf4bb6" /></Relationships>
</file>

<file path=ppt/notesSlides/_rels/notesSlide7.xml.rels>&#65279;<?xml version="1.0" encoding="utf-8"?><Relationships xmlns="http://schemas.openxmlformats.org/package/2006/relationships"><Relationship Type="http://schemas.openxmlformats.org/officeDocument/2006/relationships/slide" Target="/ppt/slides/slide7.xml" Id="R6011879818b64913" /><Relationship Type="http://schemas.openxmlformats.org/officeDocument/2006/relationships/notesMaster" Target="/ppt/notesMasters/notesMaster1.xml" Id="R2c0baa9bef9b4e91" /></Relationships>
</file>

<file path=ppt/notesSlides/_rels/notesSlide8.xml.rels>&#65279;<?xml version="1.0" encoding="utf-8"?><Relationships xmlns="http://schemas.openxmlformats.org/package/2006/relationships"><Relationship Type="http://schemas.openxmlformats.org/officeDocument/2006/relationships/slide" Target="/ppt/slides/slide8.xml" Id="R4678f70d31574ab1" /><Relationship Type="http://schemas.openxmlformats.org/officeDocument/2006/relationships/notesMaster" Target="/ppt/notesMasters/notesMaster1.xml" Id="R5a17363508de4643" /></Relationships>
</file>

<file path=ppt/notesSlides/_rels/notesSlide9.xml.rels>&#65279;<?xml version="1.0" encoding="utf-8"?><Relationships xmlns="http://schemas.openxmlformats.org/package/2006/relationships"><Relationship Type="http://schemas.openxmlformats.org/officeDocument/2006/relationships/slide" Target="/ppt/slides/slide9.xml" Id="Re71a1985e6ab4046" /><Relationship Type="http://schemas.openxmlformats.org/officeDocument/2006/relationships/notesMaster" Target="/ppt/notesMasters/notesMaster1.xml" Id="Re879431e7bcf409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96106299558482a" /><Relationship Type="http://schemas.openxmlformats.org/officeDocument/2006/relationships/notesMaster" Target="/ppt/notesMasters/notesMaster1.xml" Id="Rb690883ac966476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e2a795278b547a6" /><Relationship Type="http://schemas.openxmlformats.org/officeDocument/2006/relationships/notesMaster" Target="/ppt/notesMasters/notesMaster1.xml" Id="R32b5d9d5c0c446f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3e993fd982e48d6" /><Relationship Type="http://schemas.openxmlformats.org/officeDocument/2006/relationships/notesMaster" Target="/ppt/notesMasters/notesMaster1.xml" Id="R571dffd2dc224ed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stage: working local prototype. Project creator account confirmed by GitHub API as KevBrad. No commercial traction or external funding has been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framing is a product hypothesis based on the editing workflow. No user-interview study or quantified time saving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Qualitative opportunity and proposed initial segment. Demand, addressable market, customer willingness to pay and time savings are not validated. No numeric market estimate is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application screenshot from an isolated demo workspace captured29October2026. The displayed demonstration uses public-domain government speech with original graphics. No private production project is visible. Direct HTTPS imports and reusable authorized originals are implemented. YouTube references alone do not establish downloadable media. Google Drive live OAuth remains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captures show real application states on29October2026, not mockups. Editorial scores are heuristic estimates. The live source canvas approximates typography; rendered MP4 preview is authoritative. Corrections persist and clear obsolete recognized word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Verified against current source29October2026. SQLite schema2. Separate durable import and analysis consumers. Windows workers use a Job Object with2048MiBdefault. ASR reads30second cores with2second context per side. The editorial engine builds90second extractive units and uses lexical/acoustic heuristics. OpenCV geometric framing is not active-speaker identity. No hosted model inference, Redis or PostgreSQL is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three current behaviors are source-verified. The privacy/control positioning is a proposed customer value proposition, not evidence of market preference or exclusive competitive advantage. Metadata/OAuth/download network activity can still occur. Framecraft is a local single-user application, not a reviewed public SaaS.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sources accessed29October2026: https://vizard.ai/blog/meet-vizard-model-v2-full-context-clips-that-the-algorithm-actually-rewards ; https://www.opus.pro/clipanything ; https://www.submagic.co/ . Third-party rows reflect advertised capabilities only. We did not run an independent same-source benchmark against these products. No superiority ranking or unverified feature-absence claim is made.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Publication rerun29October2026:290tests+4subtests passed78.73s, no skips. TypeScript/Vite build passed. Historical media evidence23October2026 was re-inspected, not rerun in this publication phase. Timings include import/upload plus validation, ASR, selection and framing; exclude later export. Intel i7-11800H, CPUint8,4threads, tiny.en. Process-tree private memory sampled100ms, not an exact Job Object high-water measurement. No customer count, revenue or commercial traction is implied. See docs/VERIFIED_RESULTS.md and historical-long-video-metrics.csv.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plan only.5–10is a planned trial cohort, not an existing user count. Framecraft has no established paying-customer, revenue, funding or product-market-fit claim. Potential subscriptions and usage tiers are hypotheses; no actual pricing is announced.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Future work, no completion dates committed. Reliable speaker-aware framing, forced alignment, stronger semantic selection and approved provider integrations remain planned/experimental. Public cloud operation requires security, tenancy and cost controls beyond the current single-user loopback 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Confirmed GitHub handle:KevBrad. No public display name, employer, degree, cofounder, personal email or funding round was confirmed. The project reflects user-led product requirements/research/iteration and materially AI-assisted code creation. Support request is qualitative and does not assert an active fundraising round. GitHub project URL:https://github.com/KevBrad/framecraft-ai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f2703eb39e1459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40722a71240469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4ff3263c07b48f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c3189e9b44a458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2c55801e4e244b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498572e6ef2439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C433F62-766B-42CF-A28F-6E86FD2C2D3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1D48C4E-5A87-48D1-9CC4-1A0A5DF5926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AC7926A-92EC-4DEA-A563-56375AD01A0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16D0FD7-7466-47DF-88E2-BA239D959CA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F1C6CAB-03C9-4F3D-AC25-9F9152FF12E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0F6ADF5-E472-43C2-8E1B-7C7B4E147D9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0A89CEF-5B6D-49FF-B36A-ED501B88DB1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9D82301-EC33-4B24-BC9D-0BD2C1E6AEB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6627453-5ED5-43F4-9193-495B9218409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1E11E7C-461B-4AE6-AD5F-10803CBA339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3ef54f4101b45e0" /><Relationship Type="http://schemas.openxmlformats.org/officeDocument/2006/relationships/slideLayout" Target="/ppt/slideLayouts/slideLayout1.xml" Id="R40f1352a4c6b4331" /><Relationship Type="http://schemas.openxmlformats.org/officeDocument/2006/relationships/slideLayout" Target="/ppt/slideLayouts/slideLayout2.xml" Id="R7f3596e77fa444b9" /><Relationship Type="http://schemas.openxmlformats.org/officeDocument/2006/relationships/slideLayout" Target="/ppt/slideLayouts/slideLayout3.xml" Id="R53c19cf55a4d4a42" /><Relationship Type="http://schemas.openxmlformats.org/officeDocument/2006/relationships/slideLayout" Target="/ppt/slideLayouts/slideLayout4.xml" Id="R28829e95a69447b5" /><Relationship Type="http://schemas.openxmlformats.org/officeDocument/2006/relationships/slideLayout" Target="/ppt/slideLayouts/slideLayout5.xml" Id="R4506a826e0514b2c" /><Relationship Type="http://schemas.openxmlformats.org/officeDocument/2006/relationships/slideLayout" Target="/ppt/slideLayouts/slideLayout6.xml" Id="R1676f7cece54490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0f1352a4c6b4331"/>
    <p:sldLayoutId xmlns:r="http://schemas.openxmlformats.org/officeDocument/2006/relationships" id="2147483650" r:id="R7f3596e77fa444b9"/>
    <p:sldLayoutId xmlns:r="http://schemas.openxmlformats.org/officeDocument/2006/relationships" id="2147483651" r:id="R53c19cf55a4d4a42"/>
    <p:sldLayoutId xmlns:r="http://schemas.openxmlformats.org/officeDocument/2006/relationships" id="2147483652" r:id="R28829e95a69447b5"/>
    <p:sldLayoutId xmlns:r="http://schemas.openxmlformats.org/officeDocument/2006/relationships" id="2147483653" r:id="R4506a826e0514b2c"/>
    <p:sldLayoutId xmlns:r="http://schemas.openxmlformats.org/officeDocument/2006/relationships" id="2147483654" r:id="R1676f7cece54490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72ba43692124b7a" /><Relationship Type="http://schemas.openxmlformats.org/officeDocument/2006/relationships/notesSlide" Target="/ppt/notesSlides/notesSlide1.xml" Id="R598de032b51e458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b2b9898713b4dff" /><Relationship Type="http://schemas.openxmlformats.org/officeDocument/2006/relationships/notesSlide" Target="/ppt/notesSlides/notesSlide2.xml" Id="R74e9358eb416466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00501da5634474d" /><Relationship Type="http://schemas.openxmlformats.org/officeDocument/2006/relationships/notesSlide" Target="/ppt/notesSlides/notesSlide3.xml" Id="R7cb3c558b25c4a3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6cfa30ee4964860" /><Relationship Type="http://schemas.openxmlformats.org/officeDocument/2006/relationships/image" Target="/ppt/media/image.png" Id="R031049cbb9fd48ba" /><Relationship Type="http://schemas.openxmlformats.org/officeDocument/2006/relationships/notesSlide" Target="/ppt/notesSlides/notesSlide4.xml" Id="R6497512df534424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22b8e23a21a41f2" /><Relationship Type="http://schemas.openxmlformats.org/officeDocument/2006/relationships/image" Target="/ppt/media/image2.png" Id="R00bc3efd03124983" /><Relationship Type="http://schemas.openxmlformats.org/officeDocument/2006/relationships/image" Target="/ppt/media/image3.png" Id="R25daf366a385435c" /><Relationship Type="http://schemas.openxmlformats.org/officeDocument/2006/relationships/notesSlide" Target="/ppt/notesSlides/notesSlide5.xml" Id="R959c2f5b33f94d6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2b15e4de1fd4fdd" /><Relationship Type="http://schemas.openxmlformats.org/officeDocument/2006/relationships/notesSlide" Target="/ppt/notesSlides/notesSlide6.xml" Id="R036b53c76b11462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4e45bd4e3ea42ef" /><Relationship Type="http://schemas.openxmlformats.org/officeDocument/2006/relationships/notesSlide" Target="/ppt/notesSlides/notesSlide7.xml" Id="R1b76f620d771444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24db666d6d94ab9" /><Relationship Type="http://schemas.openxmlformats.org/officeDocument/2006/relationships/notesSlide" Target="/ppt/notesSlides/notesSlide8.xml" Id="Rc64444ce41ec4a2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e2c3c3dd59f49a0" /><Relationship Type="http://schemas.openxmlformats.org/officeDocument/2006/relationships/notesSlide" Target="/ppt/notesSlides/notesSlide9.xml" Id="R4c5337d6062b462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fb62316f5574e74" /><Relationship Type="http://schemas.openxmlformats.org/officeDocument/2006/relationships/notesSlide" Target="/ppt/notesSlides/notesSlide10.xml" Id="R28008ffe4cb04d8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2d95dcf607b41cd" /><Relationship Type="http://schemas.openxmlformats.org/officeDocument/2006/relationships/notesSlide" Target="/ppt/notesSlides/notesSlide11.xml" Id="R0bf83084e179460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c13883965be4363" /><Relationship Type="http://schemas.openxmlformats.org/officeDocument/2006/relationships/hyperlink" Target="https://github.com/KevBrad" TargetMode="External" Id="Rd5c81a72d5434a95" /><Relationship Type="http://schemas.openxmlformats.org/officeDocument/2006/relationships/notesSlide" Target="/ppt/notesSlides/notesSlide12.xml" Id="R003491b3a0cf490c" /></Relationships>
</file>

<file path=ppt/slides/slide1.xml><?xml version="1.0" encoding="utf-8"?>
<p:sld xmlns:p="http://schemas.openxmlformats.org/presentationml/2006/main">
  <p:cSld>
    <p:bg>
      <p:bgPr>
        <a:solidFill xmlns:a="http://schemas.openxmlformats.org/drawingml/2006/main">
          <a:srgbClr val="111A25"/>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0DFC343-44E7-4EAC-A9B2-5149BC0FC0E8}"/>
              </a:ext>
            </a:extLst>
          </p:cNvPr>
          <p:cNvSpPr>
            <a:spLocks xmlns:a="http://schemas.openxmlformats.org/drawingml/2006/main" noGrp="1"/>
          </p:cNvSpPr>
          <p:nvPr/>
        </p:nvSpPr>
        <p:spPr>
          <a:xfrm xmlns:a="http://schemas.openxmlformats.org/drawingml/2006/main">
            <a:off x="685800" y="59055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6F3EB"/>
                </a:solidFill>
                <a:latin typeface="Arial"/>
                <a:ea typeface="Arial"/>
                <a:cs typeface="Arial"/>
              </a:defRPr>
            </a:defPPr>
            <a:lvl1pPr algn="l">
              <a:defRPr sz="3300" b="1">
                <a:solidFill>
                  <a:srgbClr val="F6F3EB"/>
                </a:solidFill>
                <a:latin typeface="Arial"/>
                <a:ea typeface="Arial"/>
                <a:cs typeface="Arial"/>
              </a:defRPr>
            </a:lvl1pPr>
            <a:lvl2pPr algn="l">
              <a:defRPr sz="3300" b="1">
                <a:solidFill>
                  <a:srgbClr val="F6F3EB"/>
                </a:solidFill>
                <a:latin typeface="Arial"/>
                <a:ea typeface="Arial"/>
                <a:cs typeface="Arial"/>
              </a:defRPr>
            </a:lvl2pPr>
            <a:lvl3pPr algn="l">
              <a:defRPr sz="3300" b="1">
                <a:solidFill>
                  <a:srgbClr val="F6F3EB"/>
                </a:solidFill>
                <a:latin typeface="Arial"/>
                <a:ea typeface="Arial"/>
                <a:cs typeface="Arial"/>
              </a:defRPr>
            </a:lvl3pPr>
            <a:lvl4pPr algn="l">
              <a:defRPr sz="3300" b="1">
                <a:solidFill>
                  <a:srgbClr val="F6F3EB"/>
                </a:solidFill>
                <a:latin typeface="Arial"/>
                <a:ea typeface="Arial"/>
                <a:cs typeface="Arial"/>
              </a:defRPr>
            </a:lvl4pPr>
            <a:lvl5pPr algn="l">
              <a:defRPr sz="3300" b="1">
                <a:solidFill>
                  <a:srgbClr val="F6F3EB"/>
                </a:solidFill>
                <a:latin typeface="Arial"/>
                <a:ea typeface="Arial"/>
                <a:cs typeface="Arial"/>
              </a:defRPr>
            </a:lvl5pPr>
            <a:lvl6pPr algn="l">
              <a:defRPr sz="3300" b="1">
                <a:solidFill>
                  <a:srgbClr val="F6F3EB"/>
                </a:solidFill>
                <a:latin typeface="Arial"/>
                <a:ea typeface="Arial"/>
                <a:cs typeface="Arial"/>
              </a:defRPr>
            </a:lvl6pPr>
            <a:lvl7pPr algn="l">
              <a:defRPr sz="3300" b="1">
                <a:solidFill>
                  <a:srgbClr val="F6F3EB"/>
                </a:solidFill>
                <a:latin typeface="Arial"/>
                <a:ea typeface="Arial"/>
                <a:cs typeface="Arial"/>
              </a:defRPr>
            </a:lvl7pPr>
            <a:lvl8pPr algn="l">
              <a:defRPr sz="3300" b="1">
                <a:solidFill>
                  <a:srgbClr val="F6F3EB"/>
                </a:solidFill>
                <a:latin typeface="Arial"/>
                <a:ea typeface="Arial"/>
                <a:cs typeface="Arial"/>
              </a:defRPr>
            </a:lvl8pPr>
            <a:lvl9pPr algn="l">
              <a:defRPr sz="3300" b="1">
                <a:solidFill>
                  <a:srgbClr val="F6F3EB"/>
                </a:solidFill>
                <a:latin typeface="Arial"/>
                <a:ea typeface="Arial"/>
                <a:cs typeface="Arial"/>
              </a:defRPr>
            </a:lvl9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8214CC68-0DC5-4DCE-9B0D-50B556139B94}"/>
              </a:ext>
            </a:extLst>
          </p:cNvPr>
          <p:cNvSpPr>
            <a:spLocks xmlns:a="http://schemas.openxmlformats.org/drawingml/2006/main" noGrp="1"/>
          </p:cNvSpPr>
          <p:nvPr/>
        </p:nvSpPr>
        <p:spPr>
          <a:xfrm xmlns:a="http://schemas.openxmlformats.org/drawingml/2006/main">
            <a:off x="685800" y="6324600"/>
            <a:ext cx="10820400" cy="9525"/>
          </a:xfrm>
          <a:prstGeom xmlns:a="http://schemas.openxmlformats.org/drawingml/2006/main" prst="rect">
            <a:avLst/>
          </a:prstGeom>
          <a:solidFill xmlns:a="http://schemas.openxmlformats.org/drawingml/2006/main">
            <a:srgbClr val="35425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405D7FB-FF3D-4EFA-B692-406B66B34393}"/>
              </a:ext>
            </a:extLst>
          </p:cNvPr>
          <p:cNvSpPr>
            <a:spLocks xmlns:a="http://schemas.openxmlformats.org/drawingml/2006/main" noGrp="1"/>
          </p:cNvSpPr>
          <p:nvPr/>
        </p:nvSpPr>
        <p:spPr>
          <a:xfrm xmlns:a="http://schemas.openxmlformats.org/drawingml/2006/main">
            <a:off x="685800" y="647700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9BABB8"/>
                </a:solidFill>
                <a:latin typeface="Arial"/>
                <a:ea typeface="Arial"/>
                <a:cs typeface="Arial"/>
              </a:defRPr>
            </a:defPPr>
            <a:lvl1pPr algn="l">
              <a:defRPr sz="1050" b="1">
                <a:solidFill>
                  <a:srgbClr val="9BABB8"/>
                </a:solidFill>
                <a:latin typeface="Arial"/>
                <a:ea typeface="Arial"/>
                <a:cs typeface="Arial"/>
              </a:defRPr>
            </a:lvl1pPr>
            <a:lvl2pPr algn="l">
              <a:defRPr sz="1050" b="1">
                <a:solidFill>
                  <a:srgbClr val="9BABB8"/>
                </a:solidFill>
                <a:latin typeface="Arial"/>
                <a:ea typeface="Arial"/>
                <a:cs typeface="Arial"/>
              </a:defRPr>
            </a:lvl2pPr>
            <a:lvl3pPr algn="l">
              <a:defRPr sz="1050" b="1">
                <a:solidFill>
                  <a:srgbClr val="9BABB8"/>
                </a:solidFill>
                <a:latin typeface="Arial"/>
                <a:ea typeface="Arial"/>
                <a:cs typeface="Arial"/>
              </a:defRPr>
            </a:lvl3pPr>
            <a:lvl4pPr algn="l">
              <a:defRPr sz="1050" b="1">
                <a:solidFill>
                  <a:srgbClr val="9BABB8"/>
                </a:solidFill>
                <a:latin typeface="Arial"/>
                <a:ea typeface="Arial"/>
                <a:cs typeface="Arial"/>
              </a:defRPr>
            </a:lvl4pPr>
            <a:lvl5pPr algn="l">
              <a:defRPr sz="1050" b="1">
                <a:solidFill>
                  <a:srgbClr val="9BABB8"/>
                </a:solidFill>
                <a:latin typeface="Arial"/>
                <a:ea typeface="Arial"/>
                <a:cs typeface="Arial"/>
              </a:defRPr>
            </a:lvl5pPr>
            <a:lvl6pPr algn="l">
              <a:defRPr sz="1050" b="1">
                <a:solidFill>
                  <a:srgbClr val="9BABB8"/>
                </a:solidFill>
                <a:latin typeface="Arial"/>
                <a:ea typeface="Arial"/>
                <a:cs typeface="Arial"/>
              </a:defRPr>
            </a:lvl6pPr>
            <a:lvl7pPr algn="l">
              <a:defRPr sz="1050" b="1">
                <a:solidFill>
                  <a:srgbClr val="9BABB8"/>
                </a:solidFill>
                <a:latin typeface="Arial"/>
                <a:ea typeface="Arial"/>
                <a:cs typeface="Arial"/>
              </a:defRPr>
            </a:lvl7pPr>
            <a:lvl8pPr algn="l">
              <a:defRPr sz="1050" b="1">
                <a:solidFill>
                  <a:srgbClr val="9BABB8"/>
                </a:solidFill>
                <a:latin typeface="Arial"/>
                <a:ea typeface="Arial"/>
                <a:cs typeface="Arial"/>
              </a:defRPr>
            </a:lvl8pPr>
            <a:lvl9pPr algn="l">
              <a:defRPr sz="1050" b="1">
                <a:solidFill>
                  <a:srgbClr val="9BABB8"/>
                </a:solidFill>
                <a:latin typeface="Arial"/>
                <a:ea typeface="Arial"/>
                <a:cs typeface="Arial"/>
              </a:defRPr>
            </a:lvl9pPr>
          </a:lstStyle>
          <a:p xmlns:a="http://schemas.openxmlformats.org/drawingml/2006/main">
            <a:pPr algn="l">
              <a:defRPr sz="1050" b="1">
                <a:solidFill>
                  <a:srgbClr val="9BABB8"/>
                </a:solidFill>
                <a:latin typeface="Arial"/>
                <a:ea typeface="Arial"/>
                <a:cs typeface="Arial"/>
              </a:defRPr>
            </a:pPr>
            <a:r>
              <a:rPr sz="1050" b="1">
                <a:solidFill>
                  <a:srgbClr val="9BABB8"/>
                </a:solidFill>
                <a:latin typeface="Arial"/>
                <a:ea typeface="Arial"/>
                <a:cs typeface="Arial"/>
              </a:rPr>
              <a:t>FRAMECRAFT</a:t>
            </a:r>
          </a:p>
        </p:txBody>
      </p:sp>
      <p:sp>
        <p:nvSpPr>
          <p:cNvPr id="5" name="">
            <a:extLst xmlns:a="http://schemas.openxmlformats.org/drawingml/2006/main">
              <a:ext uri="{FF2B5EF4-FFF2-40B4-BE49-F238E27FC236}">
                <a16:creationId xmlns:a16="http://schemas.microsoft.com/office/drawing/2014/main" id="{B3BC9CD6-096D-4485-BD51-092FB8F96EDF}"/>
              </a:ext>
            </a:extLst>
          </p:cNvPr>
          <p:cNvSpPr>
            <a:spLocks xmlns:a="http://schemas.openxmlformats.org/drawingml/2006/main" noGrp="1"/>
          </p:cNvSpPr>
          <p:nvPr/>
        </p:nvSpPr>
        <p:spPr>
          <a:xfrm xmlns:a="http://schemas.openxmlformats.org/drawingml/2006/main">
            <a:off x="10953750" y="64770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9BABB8"/>
                </a:solidFill>
                <a:latin typeface="Arial"/>
                <a:ea typeface="Arial"/>
                <a:cs typeface="Arial"/>
              </a:defRPr>
            </a:defPPr>
            <a:lvl1pPr algn="r">
              <a:defRPr sz="1050" b="0">
                <a:solidFill>
                  <a:srgbClr val="9BABB8"/>
                </a:solidFill>
                <a:latin typeface="Arial"/>
                <a:ea typeface="Arial"/>
                <a:cs typeface="Arial"/>
              </a:defRPr>
            </a:lvl1pPr>
            <a:lvl2pPr algn="r">
              <a:defRPr sz="1050" b="0">
                <a:solidFill>
                  <a:srgbClr val="9BABB8"/>
                </a:solidFill>
                <a:latin typeface="Arial"/>
                <a:ea typeface="Arial"/>
                <a:cs typeface="Arial"/>
              </a:defRPr>
            </a:lvl2pPr>
            <a:lvl3pPr algn="r">
              <a:defRPr sz="1050" b="0">
                <a:solidFill>
                  <a:srgbClr val="9BABB8"/>
                </a:solidFill>
                <a:latin typeface="Arial"/>
                <a:ea typeface="Arial"/>
                <a:cs typeface="Arial"/>
              </a:defRPr>
            </a:lvl3pPr>
            <a:lvl4pPr algn="r">
              <a:defRPr sz="1050" b="0">
                <a:solidFill>
                  <a:srgbClr val="9BABB8"/>
                </a:solidFill>
                <a:latin typeface="Arial"/>
                <a:ea typeface="Arial"/>
                <a:cs typeface="Arial"/>
              </a:defRPr>
            </a:lvl4pPr>
            <a:lvl5pPr algn="r">
              <a:defRPr sz="1050" b="0">
                <a:solidFill>
                  <a:srgbClr val="9BABB8"/>
                </a:solidFill>
                <a:latin typeface="Arial"/>
                <a:ea typeface="Arial"/>
                <a:cs typeface="Arial"/>
              </a:defRPr>
            </a:lvl5pPr>
            <a:lvl6pPr algn="r">
              <a:defRPr sz="1050" b="0">
                <a:solidFill>
                  <a:srgbClr val="9BABB8"/>
                </a:solidFill>
                <a:latin typeface="Arial"/>
                <a:ea typeface="Arial"/>
                <a:cs typeface="Arial"/>
              </a:defRPr>
            </a:lvl6pPr>
            <a:lvl7pPr algn="r">
              <a:defRPr sz="1050" b="0">
                <a:solidFill>
                  <a:srgbClr val="9BABB8"/>
                </a:solidFill>
                <a:latin typeface="Arial"/>
                <a:ea typeface="Arial"/>
                <a:cs typeface="Arial"/>
              </a:defRPr>
            </a:lvl7pPr>
            <a:lvl8pPr algn="r">
              <a:defRPr sz="1050" b="0">
                <a:solidFill>
                  <a:srgbClr val="9BABB8"/>
                </a:solidFill>
                <a:latin typeface="Arial"/>
                <a:ea typeface="Arial"/>
                <a:cs typeface="Arial"/>
              </a:defRPr>
            </a:lvl8pPr>
            <a:lvl9pPr algn="r">
              <a:defRPr sz="1050" b="0">
                <a:solidFill>
                  <a:srgbClr val="9BABB8"/>
                </a:solidFill>
                <a:latin typeface="Arial"/>
                <a:ea typeface="Arial"/>
                <a:cs typeface="Arial"/>
              </a:defRPr>
            </a:lvl9pPr>
          </a:lstStyle>
          <a:p xmlns:a="http://schemas.openxmlformats.org/drawingml/2006/main">
            <a:pPr algn="r">
              <a:defRPr sz="1050" b="0">
                <a:solidFill>
                  <a:srgbClr val="9BABB8"/>
                </a:solidFill>
                <a:latin typeface="Arial"/>
                <a:ea typeface="Arial"/>
                <a:cs typeface="Arial"/>
              </a:defRPr>
            </a:pPr>
            <a:r>
              <a:rPr sz="1050" b="0">
                <a:solidFill>
                  <a:srgbClr val="9BABB8"/>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7BED4FBF-DC7C-44AD-8CCB-DF5001478C4B}"/>
              </a:ext>
            </a:extLst>
          </p:cNvPr>
          <p:cNvSpPr>
            <a:spLocks xmlns:a="http://schemas.openxmlformats.org/drawingml/2006/main" noGrp="1"/>
          </p:cNvSpPr>
          <p:nvPr/>
        </p:nvSpPr>
        <p:spPr>
          <a:xfrm xmlns:a="http://schemas.openxmlformats.org/drawingml/2006/main">
            <a:off x="685800" y="781050"/>
            <a:ext cx="685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F6F3EB"/>
                </a:solidFill>
                <a:latin typeface="Arial"/>
                <a:ea typeface="Arial"/>
                <a:cs typeface="Arial"/>
              </a:defRPr>
            </a:defPPr>
            <a:lvl1pPr algn="l">
              <a:defRPr sz="5700" b="1">
                <a:solidFill>
                  <a:srgbClr val="F6F3EB"/>
                </a:solidFill>
                <a:latin typeface="Arial"/>
                <a:ea typeface="Arial"/>
                <a:cs typeface="Arial"/>
              </a:defRPr>
            </a:lvl1pPr>
            <a:lvl2pPr algn="l">
              <a:defRPr sz="5700" b="1">
                <a:solidFill>
                  <a:srgbClr val="F6F3EB"/>
                </a:solidFill>
                <a:latin typeface="Arial"/>
                <a:ea typeface="Arial"/>
                <a:cs typeface="Arial"/>
              </a:defRPr>
            </a:lvl2pPr>
            <a:lvl3pPr algn="l">
              <a:defRPr sz="5700" b="1">
                <a:solidFill>
                  <a:srgbClr val="F6F3EB"/>
                </a:solidFill>
                <a:latin typeface="Arial"/>
                <a:ea typeface="Arial"/>
                <a:cs typeface="Arial"/>
              </a:defRPr>
            </a:lvl3pPr>
            <a:lvl4pPr algn="l">
              <a:defRPr sz="5700" b="1">
                <a:solidFill>
                  <a:srgbClr val="F6F3EB"/>
                </a:solidFill>
                <a:latin typeface="Arial"/>
                <a:ea typeface="Arial"/>
                <a:cs typeface="Arial"/>
              </a:defRPr>
            </a:lvl4pPr>
            <a:lvl5pPr algn="l">
              <a:defRPr sz="5700" b="1">
                <a:solidFill>
                  <a:srgbClr val="F6F3EB"/>
                </a:solidFill>
                <a:latin typeface="Arial"/>
                <a:ea typeface="Arial"/>
                <a:cs typeface="Arial"/>
              </a:defRPr>
            </a:lvl5pPr>
            <a:lvl6pPr algn="l">
              <a:defRPr sz="5700" b="1">
                <a:solidFill>
                  <a:srgbClr val="F6F3EB"/>
                </a:solidFill>
                <a:latin typeface="Arial"/>
                <a:ea typeface="Arial"/>
                <a:cs typeface="Arial"/>
              </a:defRPr>
            </a:lvl6pPr>
            <a:lvl7pPr algn="l">
              <a:defRPr sz="5700" b="1">
                <a:solidFill>
                  <a:srgbClr val="F6F3EB"/>
                </a:solidFill>
                <a:latin typeface="Arial"/>
                <a:ea typeface="Arial"/>
                <a:cs typeface="Arial"/>
              </a:defRPr>
            </a:lvl7pPr>
            <a:lvl8pPr algn="l">
              <a:defRPr sz="5700" b="1">
                <a:solidFill>
                  <a:srgbClr val="F6F3EB"/>
                </a:solidFill>
                <a:latin typeface="Arial"/>
                <a:ea typeface="Arial"/>
                <a:cs typeface="Arial"/>
              </a:defRPr>
            </a:lvl8pPr>
            <a:lvl9pPr algn="l">
              <a:defRPr sz="5700" b="1">
                <a:solidFill>
                  <a:srgbClr val="F6F3EB"/>
                </a:solidFill>
                <a:latin typeface="Arial"/>
                <a:ea typeface="Arial"/>
                <a:cs typeface="Arial"/>
              </a:defRPr>
            </a:lvl9pPr>
          </a:lstStyle>
          <a:p xmlns:a="http://schemas.openxmlformats.org/drawingml/2006/main">
            <a:pPr algn="l">
              <a:defRPr sz="5700" b="1">
                <a:solidFill>
                  <a:srgbClr val="F6F3EB"/>
                </a:solidFill>
                <a:latin typeface="Arial"/>
                <a:ea typeface="Arial"/>
                <a:cs typeface="Arial"/>
              </a:defRPr>
            </a:pPr>
            <a:r>
              <a:rPr sz="5700" b="1">
                <a:solidFill>
                  <a:srgbClr val="F6F3EB"/>
                </a:solidFill>
                <a:latin typeface="Arial"/>
                <a:ea typeface="Arial"/>
                <a:cs typeface="Arial"/>
              </a:rPr>
              <a:t>FRAMECRAFT</a:t>
            </a:r>
          </a:p>
        </p:txBody>
      </p:sp>
      <p:sp>
        <p:nvSpPr>
          <p:cNvPr id="7" name="">
            <a:extLst xmlns:a="http://schemas.openxmlformats.org/drawingml/2006/main">
              <a:ext uri="{FF2B5EF4-FFF2-40B4-BE49-F238E27FC236}">
                <a16:creationId xmlns:a16="http://schemas.microsoft.com/office/drawing/2014/main" id="{331CF1FC-22F1-4DB6-BBD5-E5DB5FC97699}"/>
              </a:ext>
            </a:extLst>
          </p:cNvPr>
          <p:cNvSpPr>
            <a:spLocks xmlns:a="http://schemas.openxmlformats.org/drawingml/2006/main" noGrp="1"/>
          </p:cNvSpPr>
          <p:nvPr/>
        </p:nvSpPr>
        <p:spPr>
          <a:xfrm xmlns:a="http://schemas.openxmlformats.org/drawingml/2006/main">
            <a:off x="685800" y="2162175"/>
            <a:ext cx="62388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F6F3EB"/>
                </a:solidFill>
                <a:latin typeface="Arial"/>
                <a:ea typeface="Arial"/>
                <a:cs typeface="Arial"/>
              </a:defRPr>
            </a:defPPr>
            <a:lvl1pPr algn="l">
              <a:defRPr sz="3600" b="1">
                <a:solidFill>
                  <a:srgbClr val="F6F3EB"/>
                </a:solidFill>
                <a:latin typeface="Arial"/>
                <a:ea typeface="Arial"/>
                <a:cs typeface="Arial"/>
              </a:defRPr>
            </a:lvl1pPr>
            <a:lvl2pPr algn="l">
              <a:defRPr sz="3600" b="1">
                <a:solidFill>
                  <a:srgbClr val="F6F3EB"/>
                </a:solidFill>
                <a:latin typeface="Arial"/>
                <a:ea typeface="Arial"/>
                <a:cs typeface="Arial"/>
              </a:defRPr>
            </a:lvl2pPr>
            <a:lvl3pPr algn="l">
              <a:defRPr sz="3600" b="1">
                <a:solidFill>
                  <a:srgbClr val="F6F3EB"/>
                </a:solidFill>
                <a:latin typeface="Arial"/>
                <a:ea typeface="Arial"/>
                <a:cs typeface="Arial"/>
              </a:defRPr>
            </a:lvl3pPr>
            <a:lvl4pPr algn="l">
              <a:defRPr sz="3600" b="1">
                <a:solidFill>
                  <a:srgbClr val="F6F3EB"/>
                </a:solidFill>
                <a:latin typeface="Arial"/>
                <a:ea typeface="Arial"/>
                <a:cs typeface="Arial"/>
              </a:defRPr>
            </a:lvl4pPr>
            <a:lvl5pPr algn="l">
              <a:defRPr sz="3600" b="1">
                <a:solidFill>
                  <a:srgbClr val="F6F3EB"/>
                </a:solidFill>
                <a:latin typeface="Arial"/>
                <a:ea typeface="Arial"/>
                <a:cs typeface="Arial"/>
              </a:defRPr>
            </a:lvl5pPr>
            <a:lvl6pPr algn="l">
              <a:defRPr sz="3600" b="1">
                <a:solidFill>
                  <a:srgbClr val="F6F3EB"/>
                </a:solidFill>
                <a:latin typeface="Arial"/>
                <a:ea typeface="Arial"/>
                <a:cs typeface="Arial"/>
              </a:defRPr>
            </a:lvl6pPr>
            <a:lvl7pPr algn="l">
              <a:defRPr sz="3600" b="1">
                <a:solidFill>
                  <a:srgbClr val="F6F3EB"/>
                </a:solidFill>
                <a:latin typeface="Arial"/>
                <a:ea typeface="Arial"/>
                <a:cs typeface="Arial"/>
              </a:defRPr>
            </a:lvl7pPr>
            <a:lvl8pPr algn="l">
              <a:defRPr sz="3600" b="1">
                <a:solidFill>
                  <a:srgbClr val="F6F3EB"/>
                </a:solidFill>
                <a:latin typeface="Arial"/>
                <a:ea typeface="Arial"/>
                <a:cs typeface="Arial"/>
              </a:defRPr>
            </a:lvl8pPr>
            <a:lvl9pPr algn="l">
              <a:defRPr sz="3600" b="1">
                <a:solidFill>
                  <a:srgbClr val="F6F3EB"/>
                </a:solidFill>
                <a:latin typeface="Arial"/>
                <a:ea typeface="Arial"/>
                <a:cs typeface="Arial"/>
              </a:defRPr>
            </a:lvl9pPr>
          </a:lstStyle>
          <a:p xmlns:a="http://schemas.openxmlformats.org/drawingml/2006/main">
            <a:pPr algn="l">
              <a:defRPr sz="3600" b="1">
                <a:solidFill>
                  <a:srgbClr val="F6F3EB"/>
                </a:solidFill>
                <a:latin typeface="Arial"/>
                <a:ea typeface="Arial"/>
                <a:cs typeface="Arial"/>
              </a:defRPr>
            </a:pPr>
            <a:r>
              <a:rPr sz="3600" b="1">
                <a:solidFill>
                  <a:srgbClr val="F6F3EB"/>
                </a:solidFill>
                <a:latin typeface="Arial"/>
                <a:ea typeface="Arial"/>
                <a:cs typeface="Arial"/>
              </a:rPr>
              <a:t>Long-form conversations.</a:t>
            </a:r>
          </a:p>
          <a:p xmlns:a="http://schemas.openxmlformats.org/drawingml/2006/main">
            <a:pPr algn="l">
              <a:defRPr sz="3600" b="1">
                <a:solidFill>
                  <a:srgbClr val="F6F3EB"/>
                </a:solidFill>
                <a:latin typeface="Arial"/>
                <a:ea typeface="Arial"/>
                <a:cs typeface="Arial"/>
              </a:defRPr>
            </a:pPr>
            <a:r>
              <a:rPr sz="3600" b="1">
                <a:solidFill>
                  <a:srgbClr val="F6F3EB"/>
                </a:solidFill>
                <a:latin typeface="Arial"/>
                <a:ea typeface="Arial"/>
                <a:cs typeface="Arial"/>
              </a:rPr>
              <a:t>Editable short-form stories.</a:t>
            </a:r>
          </a:p>
        </p:txBody>
      </p:sp>
      <p:sp>
        <p:nvSpPr>
          <p:cNvPr id="8" name="">
            <a:extLst xmlns:a="http://schemas.openxmlformats.org/drawingml/2006/main">
              <a:ext uri="{FF2B5EF4-FFF2-40B4-BE49-F238E27FC236}">
                <a16:creationId xmlns:a16="http://schemas.microsoft.com/office/drawing/2014/main" id="{A26DB705-00C6-410A-B762-F31B62A3BE19}"/>
              </a:ext>
            </a:extLst>
          </p:cNvPr>
          <p:cNvSpPr>
            <a:spLocks xmlns:a="http://schemas.openxmlformats.org/drawingml/2006/main" noGrp="1"/>
          </p:cNvSpPr>
          <p:nvPr/>
        </p:nvSpPr>
        <p:spPr>
          <a:xfrm xmlns:a="http://schemas.openxmlformats.org/drawingml/2006/main">
            <a:off x="723900" y="4191000"/>
            <a:ext cx="5905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9BABB8"/>
                </a:solidFill>
                <a:latin typeface="Arial"/>
                <a:ea typeface="Arial"/>
                <a:cs typeface="Arial"/>
              </a:defRPr>
            </a:defPPr>
            <a:lvl1pPr algn="l">
              <a:defRPr sz="1725" b="0">
                <a:solidFill>
                  <a:srgbClr val="9BABB8"/>
                </a:solidFill>
                <a:latin typeface="Arial"/>
                <a:ea typeface="Arial"/>
                <a:cs typeface="Arial"/>
              </a:defRPr>
            </a:lvl1pPr>
            <a:lvl2pPr algn="l">
              <a:defRPr sz="1725" b="0">
                <a:solidFill>
                  <a:srgbClr val="9BABB8"/>
                </a:solidFill>
                <a:latin typeface="Arial"/>
                <a:ea typeface="Arial"/>
                <a:cs typeface="Arial"/>
              </a:defRPr>
            </a:lvl2pPr>
            <a:lvl3pPr algn="l">
              <a:defRPr sz="1725" b="0">
                <a:solidFill>
                  <a:srgbClr val="9BABB8"/>
                </a:solidFill>
                <a:latin typeface="Arial"/>
                <a:ea typeface="Arial"/>
                <a:cs typeface="Arial"/>
              </a:defRPr>
            </a:lvl3pPr>
            <a:lvl4pPr algn="l">
              <a:defRPr sz="1725" b="0">
                <a:solidFill>
                  <a:srgbClr val="9BABB8"/>
                </a:solidFill>
                <a:latin typeface="Arial"/>
                <a:ea typeface="Arial"/>
                <a:cs typeface="Arial"/>
              </a:defRPr>
            </a:lvl4pPr>
            <a:lvl5pPr algn="l">
              <a:defRPr sz="1725" b="0">
                <a:solidFill>
                  <a:srgbClr val="9BABB8"/>
                </a:solidFill>
                <a:latin typeface="Arial"/>
                <a:ea typeface="Arial"/>
                <a:cs typeface="Arial"/>
              </a:defRPr>
            </a:lvl5pPr>
            <a:lvl6pPr algn="l">
              <a:defRPr sz="1725" b="0">
                <a:solidFill>
                  <a:srgbClr val="9BABB8"/>
                </a:solidFill>
                <a:latin typeface="Arial"/>
                <a:ea typeface="Arial"/>
                <a:cs typeface="Arial"/>
              </a:defRPr>
            </a:lvl6pPr>
            <a:lvl7pPr algn="l">
              <a:defRPr sz="1725" b="0">
                <a:solidFill>
                  <a:srgbClr val="9BABB8"/>
                </a:solidFill>
                <a:latin typeface="Arial"/>
                <a:ea typeface="Arial"/>
                <a:cs typeface="Arial"/>
              </a:defRPr>
            </a:lvl7pPr>
            <a:lvl8pPr algn="l">
              <a:defRPr sz="1725" b="0">
                <a:solidFill>
                  <a:srgbClr val="9BABB8"/>
                </a:solidFill>
                <a:latin typeface="Arial"/>
                <a:ea typeface="Arial"/>
                <a:cs typeface="Arial"/>
              </a:defRPr>
            </a:lvl8pPr>
            <a:lvl9pPr algn="l">
              <a:defRPr sz="1725" b="0">
                <a:solidFill>
                  <a:srgbClr val="9BABB8"/>
                </a:solidFill>
                <a:latin typeface="Arial"/>
                <a:ea typeface="Arial"/>
                <a:cs typeface="Arial"/>
              </a:defRPr>
            </a:lvl9pPr>
          </a:lstStyle>
          <a:p xmlns:a="http://schemas.openxmlformats.org/drawingml/2006/main">
            <a:pPr algn="l">
              <a:defRPr sz="1725" b="0">
                <a:solidFill>
                  <a:srgbClr val="9BABB8"/>
                </a:solidFill>
                <a:latin typeface="Arial"/>
                <a:ea typeface="Arial"/>
                <a:cs typeface="Arial"/>
              </a:defRPr>
            </a:pPr>
            <a:r>
              <a:rPr sz="1725" b="0">
                <a:solidFill>
                  <a:srgbClr val="9BABB8"/>
                </a:solidFill>
                <a:latin typeface="Arial"/>
                <a:ea typeface="Arial"/>
                <a:cs typeface="Arial"/>
              </a:rPr>
              <a:t>AI-powered video clipping with inspectable choices</a:t>
            </a:r>
          </a:p>
          <a:p xmlns:a="http://schemas.openxmlformats.org/drawingml/2006/main">
            <a:pPr algn="l">
              <a:defRPr sz="1725" b="0">
                <a:solidFill>
                  <a:srgbClr val="9BABB8"/>
                </a:solidFill>
                <a:latin typeface="Arial"/>
                <a:ea typeface="Arial"/>
                <a:cs typeface="Arial"/>
              </a:defRPr>
            </a:pPr>
            <a:r>
              <a:rPr sz="1725" b="0">
                <a:solidFill>
                  <a:srgbClr val="9BABB8"/>
                </a:solidFill>
                <a:latin typeface="Arial"/>
                <a:ea typeface="Arial"/>
                <a:cs typeface="Arial"/>
              </a:rPr>
              <a:t>and a working local editing pipeline.</a:t>
            </a:r>
          </a:p>
        </p:txBody>
      </p:sp>
      <p:sp>
        <p:nvSpPr>
          <p:cNvPr id="9" name="">
            <a:extLst xmlns:a="http://schemas.openxmlformats.org/drawingml/2006/main">
              <a:ext uri="{FF2B5EF4-FFF2-40B4-BE49-F238E27FC236}">
                <a16:creationId xmlns:a16="http://schemas.microsoft.com/office/drawing/2014/main" id="{3FBAEB18-B341-48D3-B344-01DA7083E9AA}"/>
              </a:ext>
            </a:extLst>
          </p:cNvPr>
          <p:cNvSpPr>
            <a:spLocks xmlns:a="http://schemas.openxmlformats.org/drawingml/2006/main" noGrp="1"/>
          </p:cNvSpPr>
          <p:nvPr/>
        </p:nvSpPr>
        <p:spPr>
          <a:xfrm xmlns:a="http://schemas.openxmlformats.org/drawingml/2006/main">
            <a:off x="723900" y="56959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62D7BE"/>
                </a:solidFill>
                <a:latin typeface="Arial"/>
                <a:ea typeface="Arial"/>
                <a:cs typeface="Arial"/>
              </a:defRPr>
            </a:defPPr>
            <a:lvl1pPr algn="l">
              <a:defRPr sz="1125" b="1">
                <a:solidFill>
                  <a:srgbClr val="62D7BE"/>
                </a:solidFill>
                <a:latin typeface="Arial"/>
                <a:ea typeface="Arial"/>
                <a:cs typeface="Arial"/>
              </a:defRPr>
            </a:lvl1pPr>
            <a:lvl2pPr algn="l">
              <a:defRPr sz="1125" b="1">
                <a:solidFill>
                  <a:srgbClr val="62D7BE"/>
                </a:solidFill>
                <a:latin typeface="Arial"/>
                <a:ea typeface="Arial"/>
                <a:cs typeface="Arial"/>
              </a:defRPr>
            </a:lvl2pPr>
            <a:lvl3pPr algn="l">
              <a:defRPr sz="1125" b="1">
                <a:solidFill>
                  <a:srgbClr val="62D7BE"/>
                </a:solidFill>
                <a:latin typeface="Arial"/>
                <a:ea typeface="Arial"/>
                <a:cs typeface="Arial"/>
              </a:defRPr>
            </a:lvl3pPr>
            <a:lvl4pPr algn="l">
              <a:defRPr sz="1125" b="1">
                <a:solidFill>
                  <a:srgbClr val="62D7BE"/>
                </a:solidFill>
                <a:latin typeface="Arial"/>
                <a:ea typeface="Arial"/>
                <a:cs typeface="Arial"/>
              </a:defRPr>
            </a:lvl4pPr>
            <a:lvl5pPr algn="l">
              <a:defRPr sz="1125" b="1">
                <a:solidFill>
                  <a:srgbClr val="62D7BE"/>
                </a:solidFill>
                <a:latin typeface="Arial"/>
                <a:ea typeface="Arial"/>
                <a:cs typeface="Arial"/>
              </a:defRPr>
            </a:lvl5pPr>
            <a:lvl6pPr algn="l">
              <a:defRPr sz="1125" b="1">
                <a:solidFill>
                  <a:srgbClr val="62D7BE"/>
                </a:solidFill>
                <a:latin typeface="Arial"/>
                <a:ea typeface="Arial"/>
                <a:cs typeface="Arial"/>
              </a:defRPr>
            </a:lvl6pPr>
            <a:lvl7pPr algn="l">
              <a:defRPr sz="1125" b="1">
                <a:solidFill>
                  <a:srgbClr val="62D7BE"/>
                </a:solidFill>
                <a:latin typeface="Arial"/>
                <a:ea typeface="Arial"/>
                <a:cs typeface="Arial"/>
              </a:defRPr>
            </a:lvl7pPr>
            <a:lvl8pPr algn="l">
              <a:defRPr sz="1125" b="1">
                <a:solidFill>
                  <a:srgbClr val="62D7BE"/>
                </a:solidFill>
                <a:latin typeface="Arial"/>
                <a:ea typeface="Arial"/>
                <a:cs typeface="Arial"/>
              </a:defRPr>
            </a:lvl8pPr>
            <a:lvl9pPr algn="l">
              <a:defRPr sz="1125" b="1">
                <a:solidFill>
                  <a:srgbClr val="62D7BE"/>
                </a:solidFill>
                <a:latin typeface="Arial"/>
                <a:ea typeface="Arial"/>
                <a:cs typeface="Arial"/>
              </a:defRPr>
            </a:lvl9pPr>
          </a:lstStyle>
          <a:p xmlns:a="http://schemas.openxmlformats.org/drawingml/2006/main">
            <a:pPr algn="l">
              <a:defRPr sz="1125" b="1">
                <a:solidFill>
                  <a:srgbClr val="62D7BE"/>
                </a:solidFill>
                <a:latin typeface="Arial"/>
                <a:ea typeface="Arial"/>
                <a:cs typeface="Arial"/>
              </a:defRPr>
            </a:pPr>
            <a:r>
              <a:rPr sz="1125" b="1">
                <a:solidFill>
                  <a:srgbClr val="62D7BE"/>
                </a:solidFill>
                <a:latin typeface="Arial"/>
                <a:ea typeface="Arial"/>
                <a:cs typeface="Arial"/>
              </a:rPr>
              <a:t>WORKING LOCAL PRODUCT / OCTOBER 2026</a:t>
            </a:r>
          </a:p>
        </p:txBody>
      </p:sp>
      <p:sp>
        <p:nvSpPr>
          <p:cNvPr id="10" name="">
            <a:extLst xmlns:a="http://schemas.openxmlformats.org/drawingml/2006/main">
              <a:ext uri="{FF2B5EF4-FFF2-40B4-BE49-F238E27FC236}">
                <a16:creationId xmlns:a16="http://schemas.microsoft.com/office/drawing/2014/main" id="{348CF5EA-7CA0-43C0-A22F-FC7B328A6C87}"/>
              </a:ext>
            </a:extLst>
          </p:cNvPr>
          <p:cNvSpPr>
            <a:spLocks xmlns:a="http://schemas.openxmlformats.org/drawingml/2006/main" noGrp="1"/>
          </p:cNvSpPr>
          <p:nvPr/>
        </p:nvSpPr>
        <p:spPr>
          <a:xfrm xmlns:a="http://schemas.openxmlformats.org/drawingml/2006/main">
            <a:off x="8096250" y="1381125"/>
            <a:ext cx="2667000" cy="3695700"/>
          </a:xfrm>
          <a:prstGeom xmlns:a="http://schemas.openxmlformats.org/drawingml/2006/main" prst="rect">
            <a:avLst/>
          </a:prstGeom>
          <a:noFill xmlns:a="http://schemas.openxmlformats.org/drawingml/2006/main"/>
          <a:ln xmlns:a="http://schemas.openxmlformats.org/drawingml/2006/main" w="9525">
            <a:solidFill>
              <a:srgbClr val="62D7BE"/>
            </a:solidFill>
          </a:ln>
        </p:spPr>
      </p:sp>
      <p:sp>
        <p:nvSpPr>
          <p:cNvPr id="11" name="">
            <a:extLst xmlns:a="http://schemas.openxmlformats.org/drawingml/2006/main">
              <a:ext uri="{FF2B5EF4-FFF2-40B4-BE49-F238E27FC236}">
                <a16:creationId xmlns:a16="http://schemas.microsoft.com/office/drawing/2014/main" id="{8F43D337-FEB9-4C86-96ED-FE92C896F42B}"/>
              </a:ext>
            </a:extLst>
          </p:cNvPr>
          <p:cNvSpPr>
            <a:spLocks xmlns:a="http://schemas.openxmlformats.org/drawingml/2006/main" noGrp="1"/>
          </p:cNvSpPr>
          <p:nvPr/>
        </p:nvSpPr>
        <p:spPr>
          <a:xfrm xmlns:a="http://schemas.openxmlformats.org/drawingml/2006/main">
            <a:off x="8353425" y="1628775"/>
            <a:ext cx="2152650" cy="2971800"/>
          </a:xfrm>
          <a:prstGeom xmlns:a="http://schemas.openxmlformats.org/drawingml/2006/main" prst="rect">
            <a:avLst/>
          </a:prstGeom>
          <a:solidFill xmlns:a="http://schemas.openxmlformats.org/drawingml/2006/main">
            <a:srgbClr val="1B2B3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81263B2-3092-45F8-AE0B-4C14C52CCE14}"/>
              </a:ext>
            </a:extLst>
          </p:cNvPr>
          <p:cNvSpPr>
            <a:spLocks xmlns:a="http://schemas.openxmlformats.org/drawingml/2006/main" noGrp="1"/>
          </p:cNvSpPr>
          <p:nvPr/>
        </p:nvSpPr>
        <p:spPr>
          <a:xfrm xmlns:a="http://schemas.openxmlformats.org/drawingml/2006/main">
            <a:off x="8543925" y="2847975"/>
            <a:ext cx="85725" cy="266700"/>
          </a:xfrm>
          <a:prstGeom xmlns:a="http://schemas.openxmlformats.org/drawingml/2006/main" prst="rect">
            <a:avLst/>
          </a:prstGeom>
          <a:solidFill xmlns:a="http://schemas.openxmlformats.org/drawingml/2006/main">
            <a:srgbClr val="45677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994731E-4732-437B-94B5-5CFAD4A52CFD}"/>
              </a:ext>
            </a:extLst>
          </p:cNvPr>
          <p:cNvSpPr>
            <a:spLocks xmlns:a="http://schemas.openxmlformats.org/drawingml/2006/main" noGrp="1"/>
          </p:cNvSpPr>
          <p:nvPr/>
        </p:nvSpPr>
        <p:spPr>
          <a:xfrm xmlns:a="http://schemas.openxmlformats.org/drawingml/2006/main">
            <a:off x="8743950" y="2676525"/>
            <a:ext cx="85725" cy="609600"/>
          </a:xfrm>
          <a:prstGeom xmlns:a="http://schemas.openxmlformats.org/drawingml/2006/main" prst="rect">
            <a:avLst/>
          </a:prstGeom>
          <a:solidFill xmlns:a="http://schemas.openxmlformats.org/drawingml/2006/main">
            <a:srgbClr val="45677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98EAA04-AF6A-49E4-9452-D727DAEED79B}"/>
              </a:ext>
            </a:extLst>
          </p:cNvPr>
          <p:cNvSpPr>
            <a:spLocks xmlns:a="http://schemas.openxmlformats.org/drawingml/2006/main" noGrp="1"/>
          </p:cNvSpPr>
          <p:nvPr/>
        </p:nvSpPr>
        <p:spPr>
          <a:xfrm xmlns:a="http://schemas.openxmlformats.org/drawingml/2006/main">
            <a:off x="8943975" y="2447925"/>
            <a:ext cx="85725" cy="1066800"/>
          </a:xfrm>
          <a:prstGeom xmlns:a="http://schemas.openxmlformats.org/drawingml/2006/main" prst="rect">
            <a:avLst/>
          </a:prstGeom>
          <a:solidFill xmlns:a="http://schemas.openxmlformats.org/drawingml/2006/main">
            <a:srgbClr val="45677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DD2AA14-5234-49D6-B608-D7941D407A2C}"/>
              </a:ext>
            </a:extLst>
          </p:cNvPr>
          <p:cNvSpPr>
            <a:spLocks xmlns:a="http://schemas.openxmlformats.org/drawingml/2006/main" noGrp="1"/>
          </p:cNvSpPr>
          <p:nvPr/>
        </p:nvSpPr>
        <p:spPr>
          <a:xfrm xmlns:a="http://schemas.openxmlformats.org/drawingml/2006/main">
            <a:off x="9144000" y="2228850"/>
            <a:ext cx="85725" cy="1504950"/>
          </a:xfrm>
          <a:prstGeom xmlns:a="http://schemas.openxmlformats.org/drawingml/2006/main" prst="rect">
            <a:avLst/>
          </a:prstGeom>
          <a:solidFill xmlns:a="http://schemas.openxmlformats.org/drawingml/2006/main">
            <a:srgbClr val="45677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B49F6D6-9835-4FAD-92DC-5E387A2AE6B6}"/>
              </a:ext>
            </a:extLst>
          </p:cNvPr>
          <p:cNvSpPr>
            <a:spLocks xmlns:a="http://schemas.openxmlformats.org/drawingml/2006/main" noGrp="1"/>
          </p:cNvSpPr>
          <p:nvPr/>
        </p:nvSpPr>
        <p:spPr>
          <a:xfrm xmlns:a="http://schemas.openxmlformats.org/drawingml/2006/main">
            <a:off x="9344025" y="2543175"/>
            <a:ext cx="85725" cy="876300"/>
          </a:xfrm>
          <a:prstGeom xmlns:a="http://schemas.openxmlformats.org/drawingml/2006/main" prst="rect">
            <a:avLst/>
          </a:prstGeom>
          <a:solidFill xmlns:a="http://schemas.openxmlformats.org/drawingml/2006/main">
            <a:srgbClr val="62D7B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D9A378A-CDD5-4068-819D-F52D81C36412}"/>
              </a:ext>
            </a:extLst>
          </p:cNvPr>
          <p:cNvSpPr>
            <a:spLocks xmlns:a="http://schemas.openxmlformats.org/drawingml/2006/main" noGrp="1"/>
          </p:cNvSpPr>
          <p:nvPr/>
        </p:nvSpPr>
        <p:spPr>
          <a:xfrm xmlns:a="http://schemas.openxmlformats.org/drawingml/2006/main">
            <a:off x="9544050" y="2324100"/>
            <a:ext cx="85725" cy="1314450"/>
          </a:xfrm>
          <a:prstGeom xmlns:a="http://schemas.openxmlformats.org/drawingml/2006/main" prst="rect">
            <a:avLst/>
          </a:prstGeom>
          <a:solidFill xmlns:a="http://schemas.openxmlformats.org/drawingml/2006/main">
            <a:srgbClr val="45677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95016E1-B2E6-4F5B-90FA-21D314C4841B}"/>
              </a:ext>
            </a:extLst>
          </p:cNvPr>
          <p:cNvSpPr>
            <a:spLocks xmlns:a="http://schemas.openxmlformats.org/drawingml/2006/main" noGrp="1"/>
          </p:cNvSpPr>
          <p:nvPr/>
        </p:nvSpPr>
        <p:spPr>
          <a:xfrm xmlns:a="http://schemas.openxmlformats.org/drawingml/2006/main">
            <a:off x="9744075" y="2647950"/>
            <a:ext cx="85725" cy="666750"/>
          </a:xfrm>
          <a:prstGeom xmlns:a="http://schemas.openxmlformats.org/drawingml/2006/main" prst="rect">
            <a:avLst/>
          </a:prstGeom>
          <a:solidFill xmlns:a="http://schemas.openxmlformats.org/drawingml/2006/main">
            <a:srgbClr val="45677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F23957D-A923-473A-8AE1-8C45DA670312}"/>
              </a:ext>
            </a:extLst>
          </p:cNvPr>
          <p:cNvSpPr>
            <a:spLocks xmlns:a="http://schemas.openxmlformats.org/drawingml/2006/main" noGrp="1"/>
          </p:cNvSpPr>
          <p:nvPr/>
        </p:nvSpPr>
        <p:spPr>
          <a:xfrm xmlns:a="http://schemas.openxmlformats.org/drawingml/2006/main">
            <a:off x="9944100" y="2481263"/>
            <a:ext cx="85725" cy="1000125"/>
          </a:xfrm>
          <a:prstGeom xmlns:a="http://schemas.openxmlformats.org/drawingml/2006/main" prst="rect">
            <a:avLst/>
          </a:prstGeom>
          <a:solidFill xmlns:a="http://schemas.openxmlformats.org/drawingml/2006/main">
            <a:srgbClr val="45677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A8BC3A7-1A80-49DC-81F8-7C88DAB10247}"/>
              </a:ext>
            </a:extLst>
          </p:cNvPr>
          <p:cNvSpPr>
            <a:spLocks xmlns:a="http://schemas.openxmlformats.org/drawingml/2006/main" noGrp="1"/>
          </p:cNvSpPr>
          <p:nvPr/>
        </p:nvSpPr>
        <p:spPr>
          <a:xfrm xmlns:a="http://schemas.openxmlformats.org/drawingml/2006/main">
            <a:off x="10144125" y="2795588"/>
            <a:ext cx="85725" cy="371475"/>
          </a:xfrm>
          <a:prstGeom xmlns:a="http://schemas.openxmlformats.org/drawingml/2006/main" prst="rect">
            <a:avLst/>
          </a:prstGeom>
          <a:solidFill xmlns:a="http://schemas.openxmlformats.org/drawingml/2006/main">
            <a:srgbClr val="45677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8E8974CD-1A26-4117-922C-91236111E7E7}"/>
              </a:ext>
            </a:extLst>
          </p:cNvPr>
          <p:cNvSpPr>
            <a:spLocks xmlns:a="http://schemas.openxmlformats.org/drawingml/2006/main" noGrp="1"/>
          </p:cNvSpPr>
          <p:nvPr/>
        </p:nvSpPr>
        <p:spPr>
          <a:xfrm xmlns:a="http://schemas.openxmlformats.org/drawingml/2006/main">
            <a:off x="8382000" y="3962400"/>
            <a:ext cx="2095500" cy="457200"/>
          </a:xfrm>
          <a:prstGeom xmlns:a="http://schemas.openxmlformats.org/drawingml/2006/main" prst="rect">
            <a:avLst/>
          </a:prstGeom>
          <a:solidFill xmlns:a="http://schemas.openxmlformats.org/drawingml/2006/main">
            <a:srgbClr val="62D7BE"/>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7146094-878E-4C1B-9C36-8EAA9AC75424}"/>
              </a:ext>
            </a:extLst>
          </p:cNvPr>
          <p:cNvSpPr>
            <a:spLocks xmlns:a="http://schemas.openxmlformats.org/drawingml/2006/main" noGrp="1"/>
          </p:cNvSpPr>
          <p:nvPr/>
        </p:nvSpPr>
        <p:spPr>
          <a:xfrm xmlns:a="http://schemas.openxmlformats.org/drawingml/2006/main">
            <a:off x="8448675" y="4076700"/>
            <a:ext cx="1943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111A25"/>
                </a:solidFill>
                <a:latin typeface="Arial"/>
                <a:ea typeface="Arial"/>
                <a:cs typeface="Arial"/>
              </a:defRPr>
            </a:defPPr>
            <a:lvl1pPr algn="ctr">
              <a:defRPr sz="1500" b="1">
                <a:solidFill>
                  <a:srgbClr val="111A25"/>
                </a:solidFill>
                <a:latin typeface="Arial"/>
                <a:ea typeface="Arial"/>
                <a:cs typeface="Arial"/>
              </a:defRPr>
            </a:lvl1pPr>
            <a:lvl2pPr algn="ctr">
              <a:defRPr sz="1500" b="1">
                <a:solidFill>
                  <a:srgbClr val="111A25"/>
                </a:solidFill>
                <a:latin typeface="Arial"/>
                <a:ea typeface="Arial"/>
                <a:cs typeface="Arial"/>
              </a:defRPr>
            </a:lvl2pPr>
            <a:lvl3pPr algn="ctr">
              <a:defRPr sz="1500" b="1">
                <a:solidFill>
                  <a:srgbClr val="111A25"/>
                </a:solidFill>
                <a:latin typeface="Arial"/>
                <a:ea typeface="Arial"/>
                <a:cs typeface="Arial"/>
              </a:defRPr>
            </a:lvl3pPr>
            <a:lvl4pPr algn="ctr">
              <a:defRPr sz="1500" b="1">
                <a:solidFill>
                  <a:srgbClr val="111A25"/>
                </a:solidFill>
                <a:latin typeface="Arial"/>
                <a:ea typeface="Arial"/>
                <a:cs typeface="Arial"/>
              </a:defRPr>
            </a:lvl4pPr>
            <a:lvl5pPr algn="ctr">
              <a:defRPr sz="1500" b="1">
                <a:solidFill>
                  <a:srgbClr val="111A25"/>
                </a:solidFill>
                <a:latin typeface="Arial"/>
                <a:ea typeface="Arial"/>
                <a:cs typeface="Arial"/>
              </a:defRPr>
            </a:lvl5pPr>
            <a:lvl6pPr algn="ctr">
              <a:defRPr sz="1500" b="1">
                <a:solidFill>
                  <a:srgbClr val="111A25"/>
                </a:solidFill>
                <a:latin typeface="Arial"/>
                <a:ea typeface="Arial"/>
                <a:cs typeface="Arial"/>
              </a:defRPr>
            </a:lvl6pPr>
            <a:lvl7pPr algn="ctr">
              <a:defRPr sz="1500" b="1">
                <a:solidFill>
                  <a:srgbClr val="111A25"/>
                </a:solidFill>
                <a:latin typeface="Arial"/>
                <a:ea typeface="Arial"/>
                <a:cs typeface="Arial"/>
              </a:defRPr>
            </a:lvl7pPr>
            <a:lvl8pPr algn="ctr">
              <a:defRPr sz="1500" b="1">
                <a:solidFill>
                  <a:srgbClr val="111A25"/>
                </a:solidFill>
                <a:latin typeface="Arial"/>
                <a:ea typeface="Arial"/>
                <a:cs typeface="Arial"/>
              </a:defRPr>
            </a:lvl8pPr>
            <a:lvl9pPr algn="ctr">
              <a:defRPr sz="1500" b="1">
                <a:solidFill>
                  <a:srgbClr val="111A25"/>
                </a:solidFill>
                <a:latin typeface="Arial"/>
                <a:ea typeface="Arial"/>
                <a:cs typeface="Arial"/>
              </a:defRPr>
            </a:lvl9pPr>
          </a:lstStyle>
          <a:p xmlns:a="http://schemas.openxmlformats.org/drawingml/2006/main">
            <a:pPr algn="ctr">
              <a:defRPr sz="1500" b="1">
                <a:solidFill>
                  <a:srgbClr val="111A25"/>
                </a:solidFill>
                <a:latin typeface="Arial"/>
                <a:ea typeface="Arial"/>
                <a:cs typeface="Arial"/>
              </a:defRPr>
            </a:pPr>
            <a:r>
              <a:rPr sz="1500" b="1">
                <a:solidFill>
                  <a:srgbClr val="111A25"/>
                </a:solidFill>
                <a:latin typeface="Arial"/>
                <a:ea typeface="Arial"/>
                <a:cs typeface="Arial"/>
              </a:rPr>
              <a:t>a complete moment</a:t>
            </a:r>
          </a:p>
        </p:txBody>
      </p:sp>
      <p:sp>
        <p:nvSpPr>
          <p:cNvPr id="23" name="">
            <a:extLst xmlns:a="http://schemas.openxmlformats.org/drawingml/2006/main">
              <a:ext uri="{FF2B5EF4-FFF2-40B4-BE49-F238E27FC236}">
                <a16:creationId xmlns:a16="http://schemas.microsoft.com/office/drawing/2014/main" id="{19780CD2-C369-4FED-9397-4F0BC0B02D75}"/>
              </a:ext>
            </a:extLst>
          </p:cNvPr>
          <p:cNvSpPr>
            <a:spLocks xmlns:a="http://schemas.openxmlformats.org/drawingml/2006/main" noGrp="1"/>
          </p:cNvSpPr>
          <p:nvPr/>
        </p:nvSpPr>
        <p:spPr>
          <a:xfrm xmlns:a="http://schemas.openxmlformats.org/drawingml/2006/main">
            <a:off x="7848600" y="5391150"/>
            <a:ext cx="542925" cy="142875"/>
          </a:xfrm>
          <a:prstGeom xmlns:a="http://schemas.openxmlformats.org/drawingml/2006/main" prst="rect">
            <a:avLst/>
          </a:prstGeom>
          <a:solidFill xmlns:a="http://schemas.openxmlformats.org/drawingml/2006/main">
            <a:srgbClr val="354E5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3478A8F5-2863-40E2-87EC-609167B99C4D}"/>
              </a:ext>
            </a:extLst>
          </p:cNvPr>
          <p:cNvSpPr>
            <a:spLocks xmlns:a="http://schemas.openxmlformats.org/drawingml/2006/main" noGrp="1"/>
          </p:cNvSpPr>
          <p:nvPr/>
        </p:nvSpPr>
        <p:spPr>
          <a:xfrm xmlns:a="http://schemas.openxmlformats.org/drawingml/2006/main">
            <a:off x="8496300" y="5391150"/>
            <a:ext cx="542925" cy="142875"/>
          </a:xfrm>
          <a:prstGeom xmlns:a="http://schemas.openxmlformats.org/drawingml/2006/main" prst="rect">
            <a:avLst/>
          </a:prstGeom>
          <a:solidFill xmlns:a="http://schemas.openxmlformats.org/drawingml/2006/main">
            <a:srgbClr val="354E5C"/>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4C89859C-8B54-4D5B-9547-82BD7BEA1AB6}"/>
              </a:ext>
            </a:extLst>
          </p:cNvPr>
          <p:cNvSpPr>
            <a:spLocks xmlns:a="http://schemas.openxmlformats.org/drawingml/2006/main" noGrp="1"/>
          </p:cNvSpPr>
          <p:nvPr/>
        </p:nvSpPr>
        <p:spPr>
          <a:xfrm xmlns:a="http://schemas.openxmlformats.org/drawingml/2006/main">
            <a:off x="9144000" y="5391150"/>
            <a:ext cx="542925" cy="142875"/>
          </a:xfrm>
          <a:prstGeom xmlns:a="http://schemas.openxmlformats.org/drawingml/2006/main" prst="rect">
            <a:avLst/>
          </a:prstGeom>
          <a:solidFill xmlns:a="http://schemas.openxmlformats.org/drawingml/2006/main">
            <a:srgbClr val="62D7BE"/>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6AE7F92A-A940-4DED-ABD8-85D73BCDA749}"/>
              </a:ext>
            </a:extLst>
          </p:cNvPr>
          <p:cNvSpPr>
            <a:spLocks xmlns:a="http://schemas.openxmlformats.org/drawingml/2006/main" noGrp="1"/>
          </p:cNvSpPr>
          <p:nvPr/>
        </p:nvSpPr>
        <p:spPr>
          <a:xfrm xmlns:a="http://schemas.openxmlformats.org/drawingml/2006/main">
            <a:off x="9791700" y="5391150"/>
            <a:ext cx="542925" cy="142875"/>
          </a:xfrm>
          <a:prstGeom xmlns:a="http://schemas.openxmlformats.org/drawingml/2006/main" prst="rect">
            <a:avLst/>
          </a:prstGeom>
          <a:solidFill xmlns:a="http://schemas.openxmlformats.org/drawingml/2006/main">
            <a:srgbClr val="354E5C"/>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D643D61F-9D3A-43E7-85AE-A6BB51CD66CA}"/>
              </a:ext>
            </a:extLst>
          </p:cNvPr>
          <p:cNvSpPr>
            <a:spLocks xmlns:a="http://schemas.openxmlformats.org/drawingml/2006/main" noGrp="1"/>
          </p:cNvSpPr>
          <p:nvPr/>
        </p:nvSpPr>
        <p:spPr>
          <a:xfrm xmlns:a="http://schemas.openxmlformats.org/drawingml/2006/main">
            <a:off x="10439400" y="5391150"/>
            <a:ext cx="542925" cy="142875"/>
          </a:xfrm>
          <a:prstGeom xmlns:a="http://schemas.openxmlformats.org/drawingml/2006/main" prst="rect">
            <a:avLst/>
          </a:prstGeom>
          <a:solidFill xmlns:a="http://schemas.openxmlformats.org/drawingml/2006/main">
            <a:srgbClr val="354E5C"/>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6AA60865-08F0-4321-8464-C852E28AC69D}"/>
              </a:ext>
            </a:extLst>
          </p:cNvPr>
          <p:cNvSpPr>
            <a:spLocks xmlns:a="http://schemas.openxmlformats.org/drawingml/2006/main" noGrp="1"/>
          </p:cNvSpPr>
          <p:nvPr/>
        </p:nvSpPr>
        <p:spPr>
          <a:xfrm xmlns:a="http://schemas.openxmlformats.org/drawingml/2006/main">
            <a:off x="8010525" y="582930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9BABB8"/>
                </a:solidFill>
                <a:latin typeface="Arial"/>
                <a:ea typeface="Arial"/>
                <a:cs typeface="Arial"/>
              </a:defRPr>
            </a:defPPr>
            <a:lvl1pPr algn="l">
              <a:defRPr sz="1050" b="0">
                <a:solidFill>
                  <a:srgbClr val="9BABB8"/>
                </a:solidFill>
                <a:latin typeface="Arial"/>
                <a:ea typeface="Arial"/>
                <a:cs typeface="Arial"/>
              </a:defRPr>
            </a:lvl1pPr>
            <a:lvl2pPr algn="l">
              <a:defRPr sz="1050" b="0">
                <a:solidFill>
                  <a:srgbClr val="9BABB8"/>
                </a:solidFill>
                <a:latin typeface="Arial"/>
                <a:ea typeface="Arial"/>
                <a:cs typeface="Arial"/>
              </a:defRPr>
            </a:lvl2pPr>
            <a:lvl3pPr algn="l">
              <a:defRPr sz="1050" b="0">
                <a:solidFill>
                  <a:srgbClr val="9BABB8"/>
                </a:solidFill>
                <a:latin typeface="Arial"/>
                <a:ea typeface="Arial"/>
                <a:cs typeface="Arial"/>
              </a:defRPr>
            </a:lvl3pPr>
            <a:lvl4pPr algn="l">
              <a:defRPr sz="1050" b="0">
                <a:solidFill>
                  <a:srgbClr val="9BABB8"/>
                </a:solidFill>
                <a:latin typeface="Arial"/>
                <a:ea typeface="Arial"/>
                <a:cs typeface="Arial"/>
              </a:defRPr>
            </a:lvl4pPr>
            <a:lvl5pPr algn="l">
              <a:defRPr sz="1050" b="0">
                <a:solidFill>
                  <a:srgbClr val="9BABB8"/>
                </a:solidFill>
                <a:latin typeface="Arial"/>
                <a:ea typeface="Arial"/>
                <a:cs typeface="Arial"/>
              </a:defRPr>
            </a:lvl5pPr>
            <a:lvl6pPr algn="l">
              <a:defRPr sz="1050" b="0">
                <a:solidFill>
                  <a:srgbClr val="9BABB8"/>
                </a:solidFill>
                <a:latin typeface="Arial"/>
                <a:ea typeface="Arial"/>
                <a:cs typeface="Arial"/>
              </a:defRPr>
            </a:lvl6pPr>
            <a:lvl7pPr algn="l">
              <a:defRPr sz="1050" b="0">
                <a:solidFill>
                  <a:srgbClr val="9BABB8"/>
                </a:solidFill>
                <a:latin typeface="Arial"/>
                <a:ea typeface="Arial"/>
                <a:cs typeface="Arial"/>
              </a:defRPr>
            </a:lvl7pPr>
            <a:lvl8pPr algn="l">
              <a:defRPr sz="1050" b="0">
                <a:solidFill>
                  <a:srgbClr val="9BABB8"/>
                </a:solidFill>
                <a:latin typeface="Arial"/>
                <a:ea typeface="Arial"/>
                <a:cs typeface="Arial"/>
              </a:defRPr>
            </a:lvl8pPr>
            <a:lvl9pPr algn="l">
              <a:defRPr sz="1050" b="0">
                <a:solidFill>
                  <a:srgbClr val="9BABB8"/>
                </a:solidFill>
                <a:latin typeface="Arial"/>
                <a:ea typeface="Arial"/>
                <a:cs typeface="Arial"/>
              </a:defRPr>
            </a:lvl9pPr>
          </a:lstStyle>
          <a:p xmlns:a="http://schemas.openxmlformats.org/drawingml/2006/main">
            <a:pPr algn="l">
              <a:defRPr sz="1050" b="0">
                <a:solidFill>
                  <a:srgbClr val="9BABB8"/>
                </a:solidFill>
                <a:latin typeface="Arial"/>
                <a:ea typeface="Arial"/>
                <a:cs typeface="Arial"/>
              </a:defRPr>
            </a:pPr>
            <a:r>
              <a:rPr sz="1050" b="0">
                <a:solidFill>
                  <a:srgbClr val="9BABB8"/>
                </a:solidFill>
                <a:latin typeface="Arial"/>
                <a:ea typeface="Arial"/>
                <a:cs typeface="Arial"/>
              </a:rPr>
              <a:t>Original workflow illustration</a:t>
            </a:r>
          </a:p>
        </p:txBody>
      </p:sp>
    </p:spTree>
    <p:extLst>
      <p:ext uri="{BB962C8B-B14F-4D97-AF65-F5344CB8AC3E}">
        <p14:creationId xmlns:p14="http://schemas.microsoft.com/office/powerpoint/2010/main" val="1223387789"/>
      </p:ext>
    </p:extLst>
  </p:cSld>
</p:sld>
</file>

<file path=ppt/slides/slide2.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E89F2DE-9C33-46A3-B8C7-7B58F51EB140}"/>
              </a:ext>
            </a:extLst>
          </p:cNvPr>
          <p:cNvSpPr>
            <a:spLocks xmlns:a="http://schemas.openxmlformats.org/drawingml/2006/main" noGrp="1"/>
          </p:cNvSpPr>
          <p:nvPr/>
        </p:nvSpPr>
        <p:spPr>
          <a:xfrm xmlns:a="http://schemas.openxmlformats.org/drawingml/2006/main">
            <a:off x="685800" y="59055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231"/>
                </a:solidFill>
                <a:latin typeface="Arial"/>
                <a:ea typeface="Arial"/>
                <a:cs typeface="Arial"/>
              </a:defRPr>
            </a:defPPr>
            <a:lvl1pPr algn="l">
              <a:defRPr sz="3300" b="1">
                <a:solidFill>
                  <a:srgbClr val="182231"/>
                </a:solidFill>
                <a:latin typeface="Arial"/>
                <a:ea typeface="Arial"/>
                <a:cs typeface="Arial"/>
              </a:defRPr>
            </a:lvl1pPr>
            <a:lvl2pPr algn="l">
              <a:defRPr sz="3300" b="1">
                <a:solidFill>
                  <a:srgbClr val="182231"/>
                </a:solidFill>
                <a:latin typeface="Arial"/>
                <a:ea typeface="Arial"/>
                <a:cs typeface="Arial"/>
              </a:defRPr>
            </a:lvl2pPr>
            <a:lvl3pPr algn="l">
              <a:defRPr sz="3300" b="1">
                <a:solidFill>
                  <a:srgbClr val="182231"/>
                </a:solidFill>
                <a:latin typeface="Arial"/>
                <a:ea typeface="Arial"/>
                <a:cs typeface="Arial"/>
              </a:defRPr>
            </a:lvl3pPr>
            <a:lvl4pPr algn="l">
              <a:defRPr sz="3300" b="1">
                <a:solidFill>
                  <a:srgbClr val="182231"/>
                </a:solidFill>
                <a:latin typeface="Arial"/>
                <a:ea typeface="Arial"/>
                <a:cs typeface="Arial"/>
              </a:defRPr>
            </a:lvl4pPr>
            <a:lvl5pPr algn="l">
              <a:defRPr sz="3300" b="1">
                <a:solidFill>
                  <a:srgbClr val="182231"/>
                </a:solidFill>
                <a:latin typeface="Arial"/>
                <a:ea typeface="Arial"/>
                <a:cs typeface="Arial"/>
              </a:defRPr>
            </a:lvl5pPr>
            <a:lvl6pPr algn="l">
              <a:defRPr sz="3300" b="1">
                <a:solidFill>
                  <a:srgbClr val="182231"/>
                </a:solidFill>
                <a:latin typeface="Arial"/>
                <a:ea typeface="Arial"/>
                <a:cs typeface="Arial"/>
              </a:defRPr>
            </a:lvl6pPr>
            <a:lvl7pPr algn="l">
              <a:defRPr sz="3300" b="1">
                <a:solidFill>
                  <a:srgbClr val="182231"/>
                </a:solidFill>
                <a:latin typeface="Arial"/>
                <a:ea typeface="Arial"/>
                <a:cs typeface="Arial"/>
              </a:defRPr>
            </a:lvl7pPr>
            <a:lvl8pPr algn="l">
              <a:defRPr sz="3300" b="1">
                <a:solidFill>
                  <a:srgbClr val="182231"/>
                </a:solidFill>
                <a:latin typeface="Arial"/>
                <a:ea typeface="Arial"/>
                <a:cs typeface="Arial"/>
              </a:defRPr>
            </a:lvl8pPr>
            <a:lvl9pPr algn="l">
              <a:defRPr sz="3300" b="1">
                <a:solidFill>
                  <a:srgbClr val="182231"/>
                </a:solidFill>
                <a:latin typeface="Arial"/>
                <a:ea typeface="Arial"/>
                <a:cs typeface="Arial"/>
              </a:defRPr>
            </a:lvl9pPr>
          </a:lstStyle>
          <a:p xmlns:a="http://schemas.openxmlformats.org/drawingml/2006/main">
            <a:pPr algn="l">
              <a:defRPr sz="3300" b="1">
                <a:solidFill>
                  <a:srgbClr val="182231"/>
                </a:solidFill>
                <a:latin typeface="Arial"/>
                <a:ea typeface="Arial"/>
                <a:cs typeface="Arial"/>
              </a:defRPr>
            </a:pPr>
            <a:r>
              <a:rPr sz="3300" b="1">
                <a:solidFill>
                  <a:srgbClr val="182231"/>
                </a:solidFill>
                <a:latin typeface="Arial"/>
                <a:ea typeface="Arial"/>
                <a:cs typeface="Arial"/>
              </a:rPr>
              <a:t>Editing starts before the first cut</a:t>
            </a:r>
          </a:p>
        </p:txBody>
      </p:sp>
      <p:sp>
        <p:nvSpPr>
          <p:cNvPr id="3" name="">
            <a:extLst xmlns:a="http://schemas.openxmlformats.org/drawingml/2006/main">
              <a:ext uri="{FF2B5EF4-FFF2-40B4-BE49-F238E27FC236}">
                <a16:creationId xmlns:a16="http://schemas.microsoft.com/office/drawing/2014/main" id="{3B58993E-C051-400D-A894-61644003DDF5}"/>
              </a:ext>
            </a:extLst>
          </p:cNvPr>
          <p:cNvSpPr>
            <a:spLocks xmlns:a="http://schemas.openxmlformats.org/drawingml/2006/main" noGrp="1"/>
          </p:cNvSpPr>
          <p:nvPr/>
        </p:nvSpPr>
        <p:spPr>
          <a:xfrm xmlns:a="http://schemas.openxmlformats.org/drawingml/2006/main">
            <a:off x="685800" y="6324600"/>
            <a:ext cx="10820400" cy="9525"/>
          </a:xfrm>
          <a:prstGeom xmlns:a="http://schemas.openxmlformats.org/drawingml/2006/main" prst="rect">
            <a:avLst/>
          </a:prstGeom>
          <a:solidFill xmlns:a="http://schemas.openxmlformats.org/drawingml/2006/main">
            <a:srgbClr val="D9DFD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41EC87C-AD9E-4592-88D5-50351AA62424}"/>
              </a:ext>
            </a:extLst>
          </p:cNvPr>
          <p:cNvSpPr>
            <a:spLocks xmlns:a="http://schemas.openxmlformats.org/drawingml/2006/main" noGrp="1"/>
          </p:cNvSpPr>
          <p:nvPr/>
        </p:nvSpPr>
        <p:spPr>
          <a:xfrm xmlns:a="http://schemas.openxmlformats.org/drawingml/2006/main">
            <a:off x="685800" y="647700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87783"/>
                </a:solidFill>
                <a:latin typeface="Arial"/>
                <a:ea typeface="Arial"/>
                <a:cs typeface="Arial"/>
              </a:defRPr>
            </a:defPPr>
            <a:lvl1pPr algn="l">
              <a:defRPr sz="1050" b="1">
                <a:solidFill>
                  <a:srgbClr val="687783"/>
                </a:solidFill>
                <a:latin typeface="Arial"/>
                <a:ea typeface="Arial"/>
                <a:cs typeface="Arial"/>
              </a:defRPr>
            </a:lvl1pPr>
            <a:lvl2pPr algn="l">
              <a:defRPr sz="1050" b="1">
                <a:solidFill>
                  <a:srgbClr val="687783"/>
                </a:solidFill>
                <a:latin typeface="Arial"/>
                <a:ea typeface="Arial"/>
                <a:cs typeface="Arial"/>
              </a:defRPr>
            </a:lvl2pPr>
            <a:lvl3pPr algn="l">
              <a:defRPr sz="1050" b="1">
                <a:solidFill>
                  <a:srgbClr val="687783"/>
                </a:solidFill>
                <a:latin typeface="Arial"/>
                <a:ea typeface="Arial"/>
                <a:cs typeface="Arial"/>
              </a:defRPr>
            </a:lvl3pPr>
            <a:lvl4pPr algn="l">
              <a:defRPr sz="1050" b="1">
                <a:solidFill>
                  <a:srgbClr val="687783"/>
                </a:solidFill>
                <a:latin typeface="Arial"/>
                <a:ea typeface="Arial"/>
                <a:cs typeface="Arial"/>
              </a:defRPr>
            </a:lvl4pPr>
            <a:lvl5pPr algn="l">
              <a:defRPr sz="1050" b="1">
                <a:solidFill>
                  <a:srgbClr val="687783"/>
                </a:solidFill>
                <a:latin typeface="Arial"/>
                <a:ea typeface="Arial"/>
                <a:cs typeface="Arial"/>
              </a:defRPr>
            </a:lvl5pPr>
            <a:lvl6pPr algn="l">
              <a:defRPr sz="1050" b="1">
                <a:solidFill>
                  <a:srgbClr val="687783"/>
                </a:solidFill>
                <a:latin typeface="Arial"/>
                <a:ea typeface="Arial"/>
                <a:cs typeface="Arial"/>
              </a:defRPr>
            </a:lvl6pPr>
            <a:lvl7pPr algn="l">
              <a:defRPr sz="1050" b="1">
                <a:solidFill>
                  <a:srgbClr val="687783"/>
                </a:solidFill>
                <a:latin typeface="Arial"/>
                <a:ea typeface="Arial"/>
                <a:cs typeface="Arial"/>
              </a:defRPr>
            </a:lvl7pPr>
            <a:lvl8pPr algn="l">
              <a:defRPr sz="1050" b="1">
                <a:solidFill>
                  <a:srgbClr val="687783"/>
                </a:solidFill>
                <a:latin typeface="Arial"/>
                <a:ea typeface="Arial"/>
                <a:cs typeface="Arial"/>
              </a:defRPr>
            </a:lvl8pPr>
            <a:lvl9pPr algn="l">
              <a:defRPr sz="1050" b="1">
                <a:solidFill>
                  <a:srgbClr val="687783"/>
                </a:solidFill>
                <a:latin typeface="Arial"/>
                <a:ea typeface="Arial"/>
                <a:cs typeface="Arial"/>
              </a:defRPr>
            </a:lvl9pPr>
          </a:lstStyle>
          <a:p xmlns:a="http://schemas.openxmlformats.org/drawingml/2006/main">
            <a:pPr algn="l">
              <a:defRPr sz="1050" b="1">
                <a:solidFill>
                  <a:srgbClr val="687783"/>
                </a:solidFill>
                <a:latin typeface="Arial"/>
                <a:ea typeface="Arial"/>
                <a:cs typeface="Arial"/>
              </a:defRPr>
            </a:pPr>
            <a:r>
              <a:rPr sz="1050" b="1">
                <a:solidFill>
                  <a:srgbClr val="687783"/>
                </a:solidFill>
                <a:latin typeface="Arial"/>
                <a:ea typeface="Arial"/>
                <a:cs typeface="Arial"/>
              </a:rPr>
              <a:t>FRAMECRAFT</a:t>
            </a:r>
          </a:p>
        </p:txBody>
      </p:sp>
      <p:sp>
        <p:nvSpPr>
          <p:cNvPr id="5" name="">
            <a:extLst xmlns:a="http://schemas.openxmlformats.org/drawingml/2006/main">
              <a:ext uri="{FF2B5EF4-FFF2-40B4-BE49-F238E27FC236}">
                <a16:creationId xmlns:a16="http://schemas.microsoft.com/office/drawing/2014/main" id="{3B6F7452-1E7E-45FD-A822-9E7278BEE2A5}"/>
              </a:ext>
            </a:extLst>
          </p:cNvPr>
          <p:cNvSpPr>
            <a:spLocks xmlns:a="http://schemas.openxmlformats.org/drawingml/2006/main" noGrp="1"/>
          </p:cNvSpPr>
          <p:nvPr/>
        </p:nvSpPr>
        <p:spPr>
          <a:xfrm xmlns:a="http://schemas.openxmlformats.org/drawingml/2006/main">
            <a:off x="10953750" y="64770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87783"/>
                </a:solidFill>
                <a:latin typeface="Arial"/>
                <a:ea typeface="Arial"/>
                <a:cs typeface="Arial"/>
              </a:defRPr>
            </a:defPPr>
            <a:lvl1pPr algn="r">
              <a:defRPr sz="1050" b="0">
                <a:solidFill>
                  <a:srgbClr val="687783"/>
                </a:solidFill>
                <a:latin typeface="Arial"/>
                <a:ea typeface="Arial"/>
                <a:cs typeface="Arial"/>
              </a:defRPr>
            </a:lvl1pPr>
            <a:lvl2pPr algn="r">
              <a:defRPr sz="1050" b="0">
                <a:solidFill>
                  <a:srgbClr val="687783"/>
                </a:solidFill>
                <a:latin typeface="Arial"/>
                <a:ea typeface="Arial"/>
                <a:cs typeface="Arial"/>
              </a:defRPr>
            </a:lvl2pPr>
            <a:lvl3pPr algn="r">
              <a:defRPr sz="1050" b="0">
                <a:solidFill>
                  <a:srgbClr val="687783"/>
                </a:solidFill>
                <a:latin typeface="Arial"/>
                <a:ea typeface="Arial"/>
                <a:cs typeface="Arial"/>
              </a:defRPr>
            </a:lvl3pPr>
            <a:lvl4pPr algn="r">
              <a:defRPr sz="1050" b="0">
                <a:solidFill>
                  <a:srgbClr val="687783"/>
                </a:solidFill>
                <a:latin typeface="Arial"/>
                <a:ea typeface="Arial"/>
                <a:cs typeface="Arial"/>
              </a:defRPr>
            </a:lvl4pPr>
            <a:lvl5pPr algn="r">
              <a:defRPr sz="1050" b="0">
                <a:solidFill>
                  <a:srgbClr val="687783"/>
                </a:solidFill>
                <a:latin typeface="Arial"/>
                <a:ea typeface="Arial"/>
                <a:cs typeface="Arial"/>
              </a:defRPr>
            </a:lvl5pPr>
            <a:lvl6pPr algn="r">
              <a:defRPr sz="1050" b="0">
                <a:solidFill>
                  <a:srgbClr val="687783"/>
                </a:solidFill>
                <a:latin typeface="Arial"/>
                <a:ea typeface="Arial"/>
                <a:cs typeface="Arial"/>
              </a:defRPr>
            </a:lvl6pPr>
            <a:lvl7pPr algn="r">
              <a:defRPr sz="1050" b="0">
                <a:solidFill>
                  <a:srgbClr val="687783"/>
                </a:solidFill>
                <a:latin typeface="Arial"/>
                <a:ea typeface="Arial"/>
                <a:cs typeface="Arial"/>
              </a:defRPr>
            </a:lvl7pPr>
            <a:lvl8pPr algn="r">
              <a:defRPr sz="1050" b="0">
                <a:solidFill>
                  <a:srgbClr val="687783"/>
                </a:solidFill>
                <a:latin typeface="Arial"/>
                <a:ea typeface="Arial"/>
                <a:cs typeface="Arial"/>
              </a:defRPr>
            </a:lvl8pPr>
            <a:lvl9pPr algn="r">
              <a:defRPr sz="1050" b="0">
                <a:solidFill>
                  <a:srgbClr val="687783"/>
                </a:solidFill>
                <a:latin typeface="Arial"/>
                <a:ea typeface="Arial"/>
                <a:cs typeface="Arial"/>
              </a:defRPr>
            </a:lvl9pPr>
          </a:lstStyle>
          <a:p xmlns:a="http://schemas.openxmlformats.org/drawingml/2006/main">
            <a:pPr algn="r">
              <a:defRPr sz="1050" b="0">
                <a:solidFill>
                  <a:srgbClr val="687783"/>
                </a:solidFill>
                <a:latin typeface="Arial"/>
                <a:ea typeface="Arial"/>
                <a:cs typeface="Arial"/>
              </a:defRPr>
            </a:pPr>
            <a:r>
              <a:rPr sz="1050" b="0">
                <a:solidFill>
                  <a:srgbClr val="687783"/>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42F714BF-4E5B-404D-ACA2-215C4E290940}"/>
              </a:ext>
            </a:extLst>
          </p:cNvPr>
          <p:cNvSpPr>
            <a:spLocks xmlns:a="http://schemas.openxmlformats.org/drawingml/2006/main" noGrp="1"/>
          </p:cNvSpPr>
          <p:nvPr/>
        </p:nvSpPr>
        <p:spPr>
          <a:xfrm xmlns:a="http://schemas.openxmlformats.org/drawingml/2006/main">
            <a:off x="685800" y="1809750"/>
            <a:ext cx="9525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82231"/>
                </a:solidFill>
                <a:latin typeface="Arial"/>
                <a:ea typeface="Arial"/>
                <a:cs typeface="Arial"/>
              </a:defRPr>
            </a:defPPr>
            <a:lvl1pPr algn="l">
              <a:defRPr sz="2325" b="0">
                <a:solidFill>
                  <a:srgbClr val="182231"/>
                </a:solidFill>
                <a:latin typeface="Arial"/>
                <a:ea typeface="Arial"/>
                <a:cs typeface="Arial"/>
              </a:defRPr>
            </a:lvl1pPr>
            <a:lvl2pPr algn="l">
              <a:defRPr sz="2325" b="0">
                <a:solidFill>
                  <a:srgbClr val="182231"/>
                </a:solidFill>
                <a:latin typeface="Arial"/>
                <a:ea typeface="Arial"/>
                <a:cs typeface="Arial"/>
              </a:defRPr>
            </a:lvl2pPr>
            <a:lvl3pPr algn="l">
              <a:defRPr sz="2325" b="0">
                <a:solidFill>
                  <a:srgbClr val="182231"/>
                </a:solidFill>
                <a:latin typeface="Arial"/>
                <a:ea typeface="Arial"/>
                <a:cs typeface="Arial"/>
              </a:defRPr>
            </a:lvl3pPr>
            <a:lvl4pPr algn="l">
              <a:defRPr sz="2325" b="0">
                <a:solidFill>
                  <a:srgbClr val="182231"/>
                </a:solidFill>
                <a:latin typeface="Arial"/>
                <a:ea typeface="Arial"/>
                <a:cs typeface="Arial"/>
              </a:defRPr>
            </a:lvl4pPr>
            <a:lvl5pPr algn="l">
              <a:defRPr sz="2325" b="0">
                <a:solidFill>
                  <a:srgbClr val="182231"/>
                </a:solidFill>
                <a:latin typeface="Arial"/>
                <a:ea typeface="Arial"/>
                <a:cs typeface="Arial"/>
              </a:defRPr>
            </a:lvl5pPr>
            <a:lvl6pPr algn="l">
              <a:defRPr sz="2325" b="0">
                <a:solidFill>
                  <a:srgbClr val="182231"/>
                </a:solidFill>
                <a:latin typeface="Arial"/>
                <a:ea typeface="Arial"/>
                <a:cs typeface="Arial"/>
              </a:defRPr>
            </a:lvl6pPr>
            <a:lvl7pPr algn="l">
              <a:defRPr sz="2325" b="0">
                <a:solidFill>
                  <a:srgbClr val="182231"/>
                </a:solidFill>
                <a:latin typeface="Arial"/>
                <a:ea typeface="Arial"/>
                <a:cs typeface="Arial"/>
              </a:defRPr>
            </a:lvl7pPr>
            <a:lvl8pPr algn="l">
              <a:defRPr sz="2325" b="0">
                <a:solidFill>
                  <a:srgbClr val="182231"/>
                </a:solidFill>
                <a:latin typeface="Arial"/>
                <a:ea typeface="Arial"/>
                <a:cs typeface="Arial"/>
              </a:defRPr>
            </a:lvl8pPr>
            <a:lvl9pPr algn="l">
              <a:defRPr sz="2325" b="0">
                <a:solidFill>
                  <a:srgbClr val="182231"/>
                </a:solidFill>
                <a:latin typeface="Arial"/>
                <a:ea typeface="Arial"/>
                <a:cs typeface="Arial"/>
              </a:defRPr>
            </a:lvl9pPr>
          </a:lstStyle>
          <a:p xmlns:a="http://schemas.openxmlformats.org/drawingml/2006/main">
            <a:pPr algn="l">
              <a:defRPr sz="2325" b="0">
                <a:solidFill>
                  <a:srgbClr val="182231"/>
                </a:solidFill>
                <a:latin typeface="Arial"/>
                <a:ea typeface="Arial"/>
                <a:cs typeface="Arial"/>
              </a:defRPr>
            </a:pPr>
            <a:r>
              <a:rPr sz="2325" b="0">
                <a:solidFill>
                  <a:srgbClr val="182231"/>
                </a:solidFill>
                <a:latin typeface="Arial"/>
                <a:ea typeface="Arial"/>
                <a:cs typeface="Arial"/>
              </a:rPr>
              <a:t>The hardest moment to find is often the one that still makes sense on its own.</a:t>
            </a:r>
          </a:p>
        </p:txBody>
      </p:sp>
      <p:sp>
        <p:nvSpPr>
          <p:cNvPr id="7" name="">
            <a:extLst xmlns:a="http://schemas.openxmlformats.org/drawingml/2006/main">
              <a:ext uri="{FF2B5EF4-FFF2-40B4-BE49-F238E27FC236}">
                <a16:creationId xmlns:a16="http://schemas.microsoft.com/office/drawing/2014/main" id="{8ED15623-13C7-4545-A559-E3932427E260}"/>
              </a:ext>
            </a:extLst>
          </p:cNvPr>
          <p:cNvSpPr>
            <a:spLocks xmlns:a="http://schemas.openxmlformats.org/drawingml/2006/main" noGrp="1"/>
          </p:cNvSpPr>
          <p:nvPr/>
        </p:nvSpPr>
        <p:spPr>
          <a:xfrm xmlns:a="http://schemas.openxmlformats.org/drawingml/2006/main">
            <a:off x="685800" y="3333750"/>
            <a:ext cx="1409700" cy="990600"/>
          </a:xfrm>
          <a:prstGeom xmlns:a="http://schemas.openxmlformats.org/drawingml/2006/main" prst="rect">
            <a:avLst/>
          </a:prstGeom>
          <a:solidFill xmlns:a="http://schemas.openxmlformats.org/drawingml/2006/main">
            <a:srgbClr val="E5ECE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E5A871F-A58C-4868-B252-3012B1DFCA41}"/>
              </a:ext>
            </a:extLst>
          </p:cNvPr>
          <p:cNvSpPr>
            <a:spLocks xmlns:a="http://schemas.openxmlformats.org/drawingml/2006/main" noGrp="1"/>
          </p:cNvSpPr>
          <p:nvPr/>
        </p:nvSpPr>
        <p:spPr>
          <a:xfrm xmlns:a="http://schemas.openxmlformats.org/drawingml/2006/main">
            <a:off x="819150" y="3562350"/>
            <a:ext cx="1162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82231"/>
                </a:solidFill>
                <a:latin typeface="Arial"/>
                <a:ea typeface="Arial"/>
                <a:cs typeface="Arial"/>
              </a:defRPr>
            </a:defPPr>
            <a:lvl1pPr algn="l">
              <a:defRPr sz="1725" b="1">
                <a:solidFill>
                  <a:srgbClr val="182231"/>
                </a:solidFill>
                <a:latin typeface="Arial"/>
                <a:ea typeface="Arial"/>
                <a:cs typeface="Arial"/>
              </a:defRPr>
            </a:lvl1pPr>
            <a:lvl2pPr algn="l">
              <a:defRPr sz="1725" b="1">
                <a:solidFill>
                  <a:srgbClr val="182231"/>
                </a:solidFill>
                <a:latin typeface="Arial"/>
                <a:ea typeface="Arial"/>
                <a:cs typeface="Arial"/>
              </a:defRPr>
            </a:lvl2pPr>
            <a:lvl3pPr algn="l">
              <a:defRPr sz="1725" b="1">
                <a:solidFill>
                  <a:srgbClr val="182231"/>
                </a:solidFill>
                <a:latin typeface="Arial"/>
                <a:ea typeface="Arial"/>
                <a:cs typeface="Arial"/>
              </a:defRPr>
            </a:lvl3pPr>
            <a:lvl4pPr algn="l">
              <a:defRPr sz="1725" b="1">
                <a:solidFill>
                  <a:srgbClr val="182231"/>
                </a:solidFill>
                <a:latin typeface="Arial"/>
                <a:ea typeface="Arial"/>
                <a:cs typeface="Arial"/>
              </a:defRPr>
            </a:lvl4pPr>
            <a:lvl5pPr algn="l">
              <a:defRPr sz="1725" b="1">
                <a:solidFill>
                  <a:srgbClr val="182231"/>
                </a:solidFill>
                <a:latin typeface="Arial"/>
                <a:ea typeface="Arial"/>
                <a:cs typeface="Arial"/>
              </a:defRPr>
            </a:lvl5pPr>
            <a:lvl6pPr algn="l">
              <a:defRPr sz="1725" b="1">
                <a:solidFill>
                  <a:srgbClr val="182231"/>
                </a:solidFill>
                <a:latin typeface="Arial"/>
                <a:ea typeface="Arial"/>
                <a:cs typeface="Arial"/>
              </a:defRPr>
            </a:lvl6pPr>
            <a:lvl7pPr algn="l">
              <a:defRPr sz="1725" b="1">
                <a:solidFill>
                  <a:srgbClr val="182231"/>
                </a:solidFill>
                <a:latin typeface="Arial"/>
                <a:ea typeface="Arial"/>
                <a:cs typeface="Arial"/>
              </a:defRPr>
            </a:lvl7pPr>
            <a:lvl8pPr algn="l">
              <a:defRPr sz="1725" b="1">
                <a:solidFill>
                  <a:srgbClr val="182231"/>
                </a:solidFill>
                <a:latin typeface="Arial"/>
                <a:ea typeface="Arial"/>
                <a:cs typeface="Arial"/>
              </a:defRPr>
            </a:lvl8pPr>
            <a:lvl9pPr algn="l">
              <a:defRPr sz="1725" b="1">
                <a:solidFill>
                  <a:srgbClr val="182231"/>
                </a:solidFill>
                <a:latin typeface="Arial"/>
                <a:ea typeface="Arial"/>
                <a:cs typeface="Arial"/>
              </a:defRPr>
            </a:lvl9pPr>
          </a:lstStyle>
          <a:p xmlns:a="http://schemas.openxmlformats.org/drawingml/2006/main">
            <a:pPr algn="l">
              <a:defRPr sz="1725" b="1">
                <a:solidFill>
                  <a:srgbClr val="182231"/>
                </a:solidFill>
                <a:latin typeface="Arial"/>
                <a:ea typeface="Arial"/>
                <a:cs typeface="Arial"/>
              </a:defRPr>
            </a:pPr>
            <a:r>
              <a:rPr sz="1725" b="1">
                <a:solidFill>
                  <a:srgbClr val="182231"/>
                </a:solidFill>
                <a:latin typeface="Arial"/>
                <a:ea typeface="Arial"/>
                <a:cs typeface="Arial"/>
              </a:rPr>
              <a:t>Review</a:t>
            </a:r>
          </a:p>
          <a:p xmlns:a="http://schemas.openxmlformats.org/drawingml/2006/main">
            <a:pPr algn="l">
              <a:defRPr sz="1725" b="1">
                <a:solidFill>
                  <a:srgbClr val="182231"/>
                </a:solidFill>
                <a:latin typeface="Arial"/>
                <a:ea typeface="Arial"/>
                <a:cs typeface="Arial"/>
              </a:defRPr>
            </a:pPr>
            <a:r>
              <a:rPr sz="1725" b="1">
                <a:solidFill>
                  <a:srgbClr val="182231"/>
                </a:solidFill>
                <a:latin typeface="Arial"/>
                <a:ea typeface="Arial"/>
                <a:cs typeface="Arial"/>
              </a:rPr>
              <a:t>footage</a:t>
            </a:r>
          </a:p>
        </p:txBody>
      </p:sp>
      <p:sp>
        <p:nvSpPr>
          <p:cNvPr id="9" name="">
            <a:extLst xmlns:a="http://schemas.openxmlformats.org/drawingml/2006/main">
              <a:ext uri="{FF2B5EF4-FFF2-40B4-BE49-F238E27FC236}">
                <a16:creationId xmlns:a16="http://schemas.microsoft.com/office/drawing/2014/main" id="{9383E21F-A5E5-4EEC-8488-4A67A7DDFFB7}"/>
              </a:ext>
            </a:extLst>
          </p:cNvPr>
          <p:cNvSpPr>
            <a:spLocks xmlns:a="http://schemas.openxmlformats.org/drawingml/2006/main" noGrp="1"/>
          </p:cNvSpPr>
          <p:nvPr/>
        </p:nvSpPr>
        <p:spPr>
          <a:xfrm xmlns:a="http://schemas.openxmlformats.org/drawingml/2006/main">
            <a:off x="2247900" y="3333750"/>
            <a:ext cx="1409700" cy="990600"/>
          </a:xfrm>
          <a:prstGeom xmlns:a="http://schemas.openxmlformats.org/drawingml/2006/main" prst="rect">
            <a:avLst/>
          </a:prstGeom>
          <a:solidFill xmlns:a="http://schemas.openxmlformats.org/drawingml/2006/main">
            <a:srgbClr val="111A2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1B6E676-EFBA-45C9-A218-BF69FECF57FF}"/>
              </a:ext>
            </a:extLst>
          </p:cNvPr>
          <p:cNvSpPr>
            <a:spLocks xmlns:a="http://schemas.openxmlformats.org/drawingml/2006/main" noGrp="1"/>
          </p:cNvSpPr>
          <p:nvPr/>
        </p:nvSpPr>
        <p:spPr>
          <a:xfrm xmlns:a="http://schemas.openxmlformats.org/drawingml/2006/main">
            <a:off x="2381250" y="3562350"/>
            <a:ext cx="1162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6F3EB"/>
                </a:solidFill>
                <a:latin typeface="Arial"/>
                <a:ea typeface="Arial"/>
                <a:cs typeface="Arial"/>
              </a:defRPr>
            </a:defPPr>
            <a:lvl1pPr algn="l">
              <a:defRPr sz="1725" b="1">
                <a:solidFill>
                  <a:srgbClr val="F6F3EB"/>
                </a:solidFill>
                <a:latin typeface="Arial"/>
                <a:ea typeface="Arial"/>
                <a:cs typeface="Arial"/>
              </a:defRPr>
            </a:lvl1pPr>
            <a:lvl2pPr algn="l">
              <a:defRPr sz="1725" b="1">
                <a:solidFill>
                  <a:srgbClr val="F6F3EB"/>
                </a:solidFill>
                <a:latin typeface="Arial"/>
                <a:ea typeface="Arial"/>
                <a:cs typeface="Arial"/>
              </a:defRPr>
            </a:lvl2pPr>
            <a:lvl3pPr algn="l">
              <a:defRPr sz="1725" b="1">
                <a:solidFill>
                  <a:srgbClr val="F6F3EB"/>
                </a:solidFill>
                <a:latin typeface="Arial"/>
                <a:ea typeface="Arial"/>
                <a:cs typeface="Arial"/>
              </a:defRPr>
            </a:lvl3pPr>
            <a:lvl4pPr algn="l">
              <a:defRPr sz="1725" b="1">
                <a:solidFill>
                  <a:srgbClr val="F6F3EB"/>
                </a:solidFill>
                <a:latin typeface="Arial"/>
                <a:ea typeface="Arial"/>
                <a:cs typeface="Arial"/>
              </a:defRPr>
            </a:lvl4pPr>
            <a:lvl5pPr algn="l">
              <a:defRPr sz="1725" b="1">
                <a:solidFill>
                  <a:srgbClr val="F6F3EB"/>
                </a:solidFill>
                <a:latin typeface="Arial"/>
                <a:ea typeface="Arial"/>
                <a:cs typeface="Arial"/>
              </a:defRPr>
            </a:lvl5pPr>
            <a:lvl6pPr algn="l">
              <a:defRPr sz="1725" b="1">
                <a:solidFill>
                  <a:srgbClr val="F6F3EB"/>
                </a:solidFill>
                <a:latin typeface="Arial"/>
                <a:ea typeface="Arial"/>
                <a:cs typeface="Arial"/>
              </a:defRPr>
            </a:lvl6pPr>
            <a:lvl7pPr algn="l">
              <a:defRPr sz="1725" b="1">
                <a:solidFill>
                  <a:srgbClr val="F6F3EB"/>
                </a:solidFill>
                <a:latin typeface="Arial"/>
                <a:ea typeface="Arial"/>
                <a:cs typeface="Arial"/>
              </a:defRPr>
            </a:lvl7pPr>
            <a:lvl8pPr algn="l">
              <a:defRPr sz="1725" b="1">
                <a:solidFill>
                  <a:srgbClr val="F6F3EB"/>
                </a:solidFill>
                <a:latin typeface="Arial"/>
                <a:ea typeface="Arial"/>
                <a:cs typeface="Arial"/>
              </a:defRPr>
            </a:lvl8pPr>
            <a:lvl9pPr algn="l">
              <a:defRPr sz="1725" b="1">
                <a:solidFill>
                  <a:srgbClr val="F6F3EB"/>
                </a:solidFill>
                <a:latin typeface="Arial"/>
                <a:ea typeface="Arial"/>
                <a:cs typeface="Arial"/>
              </a:defRPr>
            </a:lvl9pPr>
          </a:lstStyle>
          <a:p xmlns:a="http://schemas.openxmlformats.org/drawingml/2006/main">
            <a:pPr algn="l">
              <a:defRPr sz="1725" b="1">
                <a:solidFill>
                  <a:srgbClr val="F6F3EB"/>
                </a:solidFill>
                <a:latin typeface="Arial"/>
                <a:ea typeface="Arial"/>
                <a:cs typeface="Arial"/>
              </a:defRPr>
            </a:pPr>
            <a:r>
              <a:rPr sz="1725" b="1">
                <a:solidFill>
                  <a:srgbClr val="F6F3EB"/>
                </a:solidFill>
                <a:latin typeface="Arial"/>
                <a:ea typeface="Arial"/>
                <a:cs typeface="Arial"/>
              </a:rPr>
              <a:t>Find the</a:t>
            </a:r>
          </a:p>
          <a:p xmlns:a="http://schemas.openxmlformats.org/drawingml/2006/main">
            <a:pPr algn="l">
              <a:defRPr sz="1725" b="1">
                <a:solidFill>
                  <a:srgbClr val="F6F3EB"/>
                </a:solidFill>
                <a:latin typeface="Arial"/>
                <a:ea typeface="Arial"/>
                <a:cs typeface="Arial"/>
              </a:defRPr>
            </a:pPr>
            <a:r>
              <a:rPr sz="1725" b="1">
                <a:solidFill>
                  <a:srgbClr val="F6F3EB"/>
                </a:solidFill>
                <a:latin typeface="Arial"/>
                <a:ea typeface="Arial"/>
                <a:cs typeface="Arial"/>
              </a:rPr>
              <a:t>moment</a:t>
            </a:r>
          </a:p>
        </p:txBody>
      </p:sp>
      <p:sp>
        <p:nvSpPr>
          <p:cNvPr id="11" name="">
            <a:extLst xmlns:a="http://schemas.openxmlformats.org/drawingml/2006/main">
              <a:ext uri="{FF2B5EF4-FFF2-40B4-BE49-F238E27FC236}">
                <a16:creationId xmlns:a16="http://schemas.microsoft.com/office/drawing/2014/main" id="{4FFB04E5-9979-4055-9D03-61B6A1D59988}"/>
              </a:ext>
            </a:extLst>
          </p:cNvPr>
          <p:cNvSpPr>
            <a:spLocks xmlns:a="http://schemas.openxmlformats.org/drawingml/2006/main" noGrp="1"/>
          </p:cNvSpPr>
          <p:nvPr/>
        </p:nvSpPr>
        <p:spPr>
          <a:xfrm xmlns:a="http://schemas.openxmlformats.org/drawingml/2006/main">
            <a:off x="3810000" y="3333750"/>
            <a:ext cx="1409700" cy="990600"/>
          </a:xfrm>
          <a:prstGeom xmlns:a="http://schemas.openxmlformats.org/drawingml/2006/main" prst="rect">
            <a:avLst/>
          </a:prstGeom>
          <a:solidFill xmlns:a="http://schemas.openxmlformats.org/drawingml/2006/main">
            <a:srgbClr val="E5ECE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B27A6C2-9C4F-4527-B2AA-F5A2590CEC95}"/>
              </a:ext>
            </a:extLst>
          </p:cNvPr>
          <p:cNvSpPr>
            <a:spLocks xmlns:a="http://schemas.openxmlformats.org/drawingml/2006/main" noGrp="1"/>
          </p:cNvSpPr>
          <p:nvPr/>
        </p:nvSpPr>
        <p:spPr>
          <a:xfrm xmlns:a="http://schemas.openxmlformats.org/drawingml/2006/main">
            <a:off x="3943350" y="3562350"/>
            <a:ext cx="1162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82231"/>
                </a:solidFill>
                <a:latin typeface="Arial"/>
                <a:ea typeface="Arial"/>
                <a:cs typeface="Arial"/>
              </a:defRPr>
            </a:defPPr>
            <a:lvl1pPr algn="l">
              <a:defRPr sz="1725" b="1">
                <a:solidFill>
                  <a:srgbClr val="182231"/>
                </a:solidFill>
                <a:latin typeface="Arial"/>
                <a:ea typeface="Arial"/>
                <a:cs typeface="Arial"/>
              </a:defRPr>
            </a:lvl1pPr>
            <a:lvl2pPr algn="l">
              <a:defRPr sz="1725" b="1">
                <a:solidFill>
                  <a:srgbClr val="182231"/>
                </a:solidFill>
                <a:latin typeface="Arial"/>
                <a:ea typeface="Arial"/>
                <a:cs typeface="Arial"/>
              </a:defRPr>
            </a:lvl2pPr>
            <a:lvl3pPr algn="l">
              <a:defRPr sz="1725" b="1">
                <a:solidFill>
                  <a:srgbClr val="182231"/>
                </a:solidFill>
                <a:latin typeface="Arial"/>
                <a:ea typeface="Arial"/>
                <a:cs typeface="Arial"/>
              </a:defRPr>
            </a:lvl3pPr>
            <a:lvl4pPr algn="l">
              <a:defRPr sz="1725" b="1">
                <a:solidFill>
                  <a:srgbClr val="182231"/>
                </a:solidFill>
                <a:latin typeface="Arial"/>
                <a:ea typeface="Arial"/>
                <a:cs typeface="Arial"/>
              </a:defRPr>
            </a:lvl4pPr>
            <a:lvl5pPr algn="l">
              <a:defRPr sz="1725" b="1">
                <a:solidFill>
                  <a:srgbClr val="182231"/>
                </a:solidFill>
                <a:latin typeface="Arial"/>
                <a:ea typeface="Arial"/>
                <a:cs typeface="Arial"/>
              </a:defRPr>
            </a:lvl5pPr>
            <a:lvl6pPr algn="l">
              <a:defRPr sz="1725" b="1">
                <a:solidFill>
                  <a:srgbClr val="182231"/>
                </a:solidFill>
                <a:latin typeface="Arial"/>
                <a:ea typeface="Arial"/>
                <a:cs typeface="Arial"/>
              </a:defRPr>
            </a:lvl6pPr>
            <a:lvl7pPr algn="l">
              <a:defRPr sz="1725" b="1">
                <a:solidFill>
                  <a:srgbClr val="182231"/>
                </a:solidFill>
                <a:latin typeface="Arial"/>
                <a:ea typeface="Arial"/>
                <a:cs typeface="Arial"/>
              </a:defRPr>
            </a:lvl7pPr>
            <a:lvl8pPr algn="l">
              <a:defRPr sz="1725" b="1">
                <a:solidFill>
                  <a:srgbClr val="182231"/>
                </a:solidFill>
                <a:latin typeface="Arial"/>
                <a:ea typeface="Arial"/>
                <a:cs typeface="Arial"/>
              </a:defRPr>
            </a:lvl8pPr>
            <a:lvl9pPr algn="l">
              <a:defRPr sz="1725" b="1">
                <a:solidFill>
                  <a:srgbClr val="182231"/>
                </a:solidFill>
                <a:latin typeface="Arial"/>
                <a:ea typeface="Arial"/>
                <a:cs typeface="Arial"/>
              </a:defRPr>
            </a:lvl9pPr>
          </a:lstStyle>
          <a:p xmlns:a="http://schemas.openxmlformats.org/drawingml/2006/main">
            <a:pPr algn="l">
              <a:defRPr sz="1725" b="1">
                <a:solidFill>
                  <a:srgbClr val="182231"/>
                </a:solidFill>
                <a:latin typeface="Arial"/>
                <a:ea typeface="Arial"/>
                <a:cs typeface="Arial"/>
              </a:defRPr>
            </a:pPr>
            <a:r>
              <a:rPr sz="1725" b="1">
                <a:solidFill>
                  <a:srgbClr val="182231"/>
                </a:solidFill>
                <a:latin typeface="Arial"/>
                <a:ea typeface="Arial"/>
                <a:cs typeface="Arial"/>
              </a:rPr>
              <a:t>Trim the</a:t>
            </a:r>
          </a:p>
          <a:p xmlns:a="http://schemas.openxmlformats.org/drawingml/2006/main">
            <a:pPr algn="l">
              <a:defRPr sz="1725" b="1">
                <a:solidFill>
                  <a:srgbClr val="182231"/>
                </a:solidFill>
                <a:latin typeface="Arial"/>
                <a:ea typeface="Arial"/>
                <a:cs typeface="Arial"/>
              </a:defRPr>
            </a:pPr>
            <a:r>
              <a:rPr sz="1725" b="1">
                <a:solidFill>
                  <a:srgbClr val="182231"/>
                </a:solidFill>
                <a:latin typeface="Arial"/>
                <a:ea typeface="Arial"/>
                <a:cs typeface="Arial"/>
              </a:rPr>
              <a:t>story</a:t>
            </a:r>
          </a:p>
        </p:txBody>
      </p:sp>
      <p:sp>
        <p:nvSpPr>
          <p:cNvPr id="13" name="">
            <a:extLst xmlns:a="http://schemas.openxmlformats.org/drawingml/2006/main">
              <a:ext uri="{FF2B5EF4-FFF2-40B4-BE49-F238E27FC236}">
                <a16:creationId xmlns:a16="http://schemas.microsoft.com/office/drawing/2014/main" id="{CC8E3082-D26E-40A0-A5DD-CA339364CE35}"/>
              </a:ext>
            </a:extLst>
          </p:cNvPr>
          <p:cNvSpPr>
            <a:spLocks xmlns:a="http://schemas.openxmlformats.org/drawingml/2006/main" noGrp="1"/>
          </p:cNvSpPr>
          <p:nvPr/>
        </p:nvSpPr>
        <p:spPr>
          <a:xfrm xmlns:a="http://schemas.openxmlformats.org/drawingml/2006/main">
            <a:off x="5372100" y="3333750"/>
            <a:ext cx="1409700" cy="990600"/>
          </a:xfrm>
          <a:prstGeom xmlns:a="http://schemas.openxmlformats.org/drawingml/2006/main" prst="rect">
            <a:avLst/>
          </a:prstGeom>
          <a:solidFill xmlns:a="http://schemas.openxmlformats.org/drawingml/2006/main">
            <a:srgbClr val="E5ECE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6F06D37-C059-4674-BB38-9B3C536A2E17}"/>
              </a:ext>
            </a:extLst>
          </p:cNvPr>
          <p:cNvSpPr>
            <a:spLocks xmlns:a="http://schemas.openxmlformats.org/drawingml/2006/main" noGrp="1"/>
          </p:cNvSpPr>
          <p:nvPr/>
        </p:nvSpPr>
        <p:spPr>
          <a:xfrm xmlns:a="http://schemas.openxmlformats.org/drawingml/2006/main">
            <a:off x="5505450" y="3562350"/>
            <a:ext cx="1162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82231"/>
                </a:solidFill>
                <a:latin typeface="Arial"/>
                <a:ea typeface="Arial"/>
                <a:cs typeface="Arial"/>
              </a:defRPr>
            </a:defPPr>
            <a:lvl1pPr algn="l">
              <a:defRPr sz="1725" b="1">
                <a:solidFill>
                  <a:srgbClr val="182231"/>
                </a:solidFill>
                <a:latin typeface="Arial"/>
                <a:ea typeface="Arial"/>
                <a:cs typeface="Arial"/>
              </a:defRPr>
            </a:lvl1pPr>
            <a:lvl2pPr algn="l">
              <a:defRPr sz="1725" b="1">
                <a:solidFill>
                  <a:srgbClr val="182231"/>
                </a:solidFill>
                <a:latin typeface="Arial"/>
                <a:ea typeface="Arial"/>
                <a:cs typeface="Arial"/>
              </a:defRPr>
            </a:lvl2pPr>
            <a:lvl3pPr algn="l">
              <a:defRPr sz="1725" b="1">
                <a:solidFill>
                  <a:srgbClr val="182231"/>
                </a:solidFill>
                <a:latin typeface="Arial"/>
                <a:ea typeface="Arial"/>
                <a:cs typeface="Arial"/>
              </a:defRPr>
            </a:lvl3pPr>
            <a:lvl4pPr algn="l">
              <a:defRPr sz="1725" b="1">
                <a:solidFill>
                  <a:srgbClr val="182231"/>
                </a:solidFill>
                <a:latin typeface="Arial"/>
                <a:ea typeface="Arial"/>
                <a:cs typeface="Arial"/>
              </a:defRPr>
            </a:lvl4pPr>
            <a:lvl5pPr algn="l">
              <a:defRPr sz="1725" b="1">
                <a:solidFill>
                  <a:srgbClr val="182231"/>
                </a:solidFill>
                <a:latin typeface="Arial"/>
                <a:ea typeface="Arial"/>
                <a:cs typeface="Arial"/>
              </a:defRPr>
            </a:lvl5pPr>
            <a:lvl6pPr algn="l">
              <a:defRPr sz="1725" b="1">
                <a:solidFill>
                  <a:srgbClr val="182231"/>
                </a:solidFill>
                <a:latin typeface="Arial"/>
                <a:ea typeface="Arial"/>
                <a:cs typeface="Arial"/>
              </a:defRPr>
            </a:lvl6pPr>
            <a:lvl7pPr algn="l">
              <a:defRPr sz="1725" b="1">
                <a:solidFill>
                  <a:srgbClr val="182231"/>
                </a:solidFill>
                <a:latin typeface="Arial"/>
                <a:ea typeface="Arial"/>
                <a:cs typeface="Arial"/>
              </a:defRPr>
            </a:lvl7pPr>
            <a:lvl8pPr algn="l">
              <a:defRPr sz="1725" b="1">
                <a:solidFill>
                  <a:srgbClr val="182231"/>
                </a:solidFill>
                <a:latin typeface="Arial"/>
                <a:ea typeface="Arial"/>
                <a:cs typeface="Arial"/>
              </a:defRPr>
            </a:lvl8pPr>
            <a:lvl9pPr algn="l">
              <a:defRPr sz="1725" b="1">
                <a:solidFill>
                  <a:srgbClr val="182231"/>
                </a:solidFill>
                <a:latin typeface="Arial"/>
                <a:ea typeface="Arial"/>
                <a:cs typeface="Arial"/>
              </a:defRPr>
            </a:lvl9pPr>
          </a:lstStyle>
          <a:p xmlns:a="http://schemas.openxmlformats.org/drawingml/2006/main">
            <a:pPr algn="l">
              <a:defRPr sz="1725" b="1">
                <a:solidFill>
                  <a:srgbClr val="182231"/>
                </a:solidFill>
                <a:latin typeface="Arial"/>
                <a:ea typeface="Arial"/>
                <a:cs typeface="Arial"/>
              </a:defRPr>
            </a:pPr>
            <a:r>
              <a:rPr sz="1725" b="1">
                <a:solidFill>
                  <a:srgbClr val="182231"/>
                </a:solidFill>
                <a:latin typeface="Arial"/>
                <a:ea typeface="Arial"/>
                <a:cs typeface="Arial"/>
              </a:rPr>
              <a:t>Reframe</a:t>
            </a:r>
          </a:p>
          <a:p xmlns:a="http://schemas.openxmlformats.org/drawingml/2006/main">
            <a:pPr algn="l">
              <a:defRPr sz="1725" b="1">
                <a:solidFill>
                  <a:srgbClr val="182231"/>
                </a:solidFill>
                <a:latin typeface="Arial"/>
                <a:ea typeface="Arial"/>
                <a:cs typeface="Arial"/>
              </a:defRPr>
            </a:pPr>
            <a:r>
              <a:rPr sz="1725" b="1">
                <a:solidFill>
                  <a:srgbClr val="182231"/>
                </a:solidFill>
                <a:latin typeface="Arial"/>
                <a:ea typeface="Arial"/>
                <a:cs typeface="Arial"/>
              </a:rPr>
              <a:t>video</a:t>
            </a:r>
          </a:p>
        </p:txBody>
      </p:sp>
      <p:sp>
        <p:nvSpPr>
          <p:cNvPr id="15" name="">
            <a:extLst xmlns:a="http://schemas.openxmlformats.org/drawingml/2006/main">
              <a:ext uri="{FF2B5EF4-FFF2-40B4-BE49-F238E27FC236}">
                <a16:creationId xmlns:a16="http://schemas.microsoft.com/office/drawing/2014/main" id="{6452D6EB-CC85-4E64-ADCB-85F067D526E3}"/>
              </a:ext>
            </a:extLst>
          </p:cNvPr>
          <p:cNvSpPr>
            <a:spLocks xmlns:a="http://schemas.openxmlformats.org/drawingml/2006/main" noGrp="1"/>
          </p:cNvSpPr>
          <p:nvPr/>
        </p:nvSpPr>
        <p:spPr>
          <a:xfrm xmlns:a="http://schemas.openxmlformats.org/drawingml/2006/main">
            <a:off x="6934200" y="3333750"/>
            <a:ext cx="1409700" cy="990600"/>
          </a:xfrm>
          <a:prstGeom xmlns:a="http://schemas.openxmlformats.org/drawingml/2006/main" prst="rect">
            <a:avLst/>
          </a:prstGeom>
          <a:solidFill xmlns:a="http://schemas.openxmlformats.org/drawingml/2006/main">
            <a:srgbClr val="E5ECE7"/>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9C0545C-1432-42EC-BB60-A66E7DA73280}"/>
              </a:ext>
            </a:extLst>
          </p:cNvPr>
          <p:cNvSpPr>
            <a:spLocks xmlns:a="http://schemas.openxmlformats.org/drawingml/2006/main" noGrp="1"/>
          </p:cNvSpPr>
          <p:nvPr/>
        </p:nvSpPr>
        <p:spPr>
          <a:xfrm xmlns:a="http://schemas.openxmlformats.org/drawingml/2006/main">
            <a:off x="7067550" y="3562350"/>
            <a:ext cx="1162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82231"/>
                </a:solidFill>
                <a:latin typeface="Arial"/>
                <a:ea typeface="Arial"/>
                <a:cs typeface="Arial"/>
              </a:defRPr>
            </a:defPPr>
            <a:lvl1pPr algn="l">
              <a:defRPr sz="1725" b="1">
                <a:solidFill>
                  <a:srgbClr val="182231"/>
                </a:solidFill>
                <a:latin typeface="Arial"/>
                <a:ea typeface="Arial"/>
                <a:cs typeface="Arial"/>
              </a:defRPr>
            </a:lvl1pPr>
            <a:lvl2pPr algn="l">
              <a:defRPr sz="1725" b="1">
                <a:solidFill>
                  <a:srgbClr val="182231"/>
                </a:solidFill>
                <a:latin typeface="Arial"/>
                <a:ea typeface="Arial"/>
                <a:cs typeface="Arial"/>
              </a:defRPr>
            </a:lvl2pPr>
            <a:lvl3pPr algn="l">
              <a:defRPr sz="1725" b="1">
                <a:solidFill>
                  <a:srgbClr val="182231"/>
                </a:solidFill>
                <a:latin typeface="Arial"/>
                <a:ea typeface="Arial"/>
                <a:cs typeface="Arial"/>
              </a:defRPr>
            </a:lvl3pPr>
            <a:lvl4pPr algn="l">
              <a:defRPr sz="1725" b="1">
                <a:solidFill>
                  <a:srgbClr val="182231"/>
                </a:solidFill>
                <a:latin typeface="Arial"/>
                <a:ea typeface="Arial"/>
                <a:cs typeface="Arial"/>
              </a:defRPr>
            </a:lvl4pPr>
            <a:lvl5pPr algn="l">
              <a:defRPr sz="1725" b="1">
                <a:solidFill>
                  <a:srgbClr val="182231"/>
                </a:solidFill>
                <a:latin typeface="Arial"/>
                <a:ea typeface="Arial"/>
                <a:cs typeface="Arial"/>
              </a:defRPr>
            </a:lvl5pPr>
            <a:lvl6pPr algn="l">
              <a:defRPr sz="1725" b="1">
                <a:solidFill>
                  <a:srgbClr val="182231"/>
                </a:solidFill>
                <a:latin typeface="Arial"/>
                <a:ea typeface="Arial"/>
                <a:cs typeface="Arial"/>
              </a:defRPr>
            </a:lvl6pPr>
            <a:lvl7pPr algn="l">
              <a:defRPr sz="1725" b="1">
                <a:solidFill>
                  <a:srgbClr val="182231"/>
                </a:solidFill>
                <a:latin typeface="Arial"/>
                <a:ea typeface="Arial"/>
                <a:cs typeface="Arial"/>
              </a:defRPr>
            </a:lvl7pPr>
            <a:lvl8pPr algn="l">
              <a:defRPr sz="1725" b="1">
                <a:solidFill>
                  <a:srgbClr val="182231"/>
                </a:solidFill>
                <a:latin typeface="Arial"/>
                <a:ea typeface="Arial"/>
                <a:cs typeface="Arial"/>
              </a:defRPr>
            </a:lvl8pPr>
            <a:lvl9pPr algn="l">
              <a:defRPr sz="1725" b="1">
                <a:solidFill>
                  <a:srgbClr val="182231"/>
                </a:solidFill>
                <a:latin typeface="Arial"/>
                <a:ea typeface="Arial"/>
                <a:cs typeface="Arial"/>
              </a:defRPr>
            </a:lvl9pPr>
          </a:lstStyle>
          <a:p xmlns:a="http://schemas.openxmlformats.org/drawingml/2006/main">
            <a:pPr algn="l">
              <a:defRPr sz="1725" b="1">
                <a:solidFill>
                  <a:srgbClr val="182231"/>
                </a:solidFill>
                <a:latin typeface="Arial"/>
                <a:ea typeface="Arial"/>
                <a:cs typeface="Arial"/>
              </a:defRPr>
            </a:pPr>
            <a:r>
              <a:rPr sz="1725" b="1">
                <a:solidFill>
                  <a:srgbClr val="182231"/>
                </a:solidFill>
                <a:latin typeface="Arial"/>
                <a:ea typeface="Arial"/>
                <a:cs typeface="Arial"/>
              </a:rPr>
              <a:t>Correct</a:t>
            </a:r>
          </a:p>
          <a:p xmlns:a="http://schemas.openxmlformats.org/drawingml/2006/main">
            <a:pPr algn="l">
              <a:defRPr sz="1725" b="1">
                <a:solidFill>
                  <a:srgbClr val="182231"/>
                </a:solidFill>
                <a:latin typeface="Arial"/>
                <a:ea typeface="Arial"/>
                <a:cs typeface="Arial"/>
              </a:defRPr>
            </a:pPr>
            <a:r>
              <a:rPr sz="1725" b="1">
                <a:solidFill>
                  <a:srgbClr val="182231"/>
                </a:solidFill>
                <a:latin typeface="Arial"/>
                <a:ea typeface="Arial"/>
                <a:cs typeface="Arial"/>
              </a:rPr>
              <a:t>captions</a:t>
            </a:r>
          </a:p>
        </p:txBody>
      </p:sp>
      <p:sp>
        <p:nvSpPr>
          <p:cNvPr id="17" name="">
            <a:extLst xmlns:a="http://schemas.openxmlformats.org/drawingml/2006/main">
              <a:ext uri="{FF2B5EF4-FFF2-40B4-BE49-F238E27FC236}">
                <a16:creationId xmlns:a16="http://schemas.microsoft.com/office/drawing/2014/main" id="{C762A91B-5AA0-44E9-AAA0-9857E3EE387E}"/>
              </a:ext>
            </a:extLst>
          </p:cNvPr>
          <p:cNvSpPr>
            <a:spLocks xmlns:a="http://schemas.openxmlformats.org/drawingml/2006/main" noGrp="1"/>
          </p:cNvSpPr>
          <p:nvPr/>
        </p:nvSpPr>
        <p:spPr>
          <a:xfrm xmlns:a="http://schemas.openxmlformats.org/drawingml/2006/main">
            <a:off x="8496300" y="3333750"/>
            <a:ext cx="1409700" cy="990600"/>
          </a:xfrm>
          <a:prstGeom xmlns:a="http://schemas.openxmlformats.org/drawingml/2006/main" prst="rect">
            <a:avLst/>
          </a:prstGeom>
          <a:solidFill xmlns:a="http://schemas.openxmlformats.org/drawingml/2006/main">
            <a:srgbClr val="E5ECE7"/>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EE8E82D-036A-4AA6-AD9D-4043B0561811}"/>
              </a:ext>
            </a:extLst>
          </p:cNvPr>
          <p:cNvSpPr>
            <a:spLocks xmlns:a="http://schemas.openxmlformats.org/drawingml/2006/main" noGrp="1"/>
          </p:cNvSpPr>
          <p:nvPr/>
        </p:nvSpPr>
        <p:spPr>
          <a:xfrm xmlns:a="http://schemas.openxmlformats.org/drawingml/2006/main">
            <a:off x="8629650" y="3562350"/>
            <a:ext cx="1162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82231"/>
                </a:solidFill>
                <a:latin typeface="Arial"/>
                <a:ea typeface="Arial"/>
                <a:cs typeface="Arial"/>
              </a:defRPr>
            </a:defPPr>
            <a:lvl1pPr algn="l">
              <a:defRPr sz="1725" b="1">
                <a:solidFill>
                  <a:srgbClr val="182231"/>
                </a:solidFill>
                <a:latin typeface="Arial"/>
                <a:ea typeface="Arial"/>
                <a:cs typeface="Arial"/>
              </a:defRPr>
            </a:lvl1pPr>
            <a:lvl2pPr algn="l">
              <a:defRPr sz="1725" b="1">
                <a:solidFill>
                  <a:srgbClr val="182231"/>
                </a:solidFill>
                <a:latin typeface="Arial"/>
                <a:ea typeface="Arial"/>
                <a:cs typeface="Arial"/>
              </a:defRPr>
            </a:lvl2pPr>
            <a:lvl3pPr algn="l">
              <a:defRPr sz="1725" b="1">
                <a:solidFill>
                  <a:srgbClr val="182231"/>
                </a:solidFill>
                <a:latin typeface="Arial"/>
                <a:ea typeface="Arial"/>
                <a:cs typeface="Arial"/>
              </a:defRPr>
            </a:lvl3pPr>
            <a:lvl4pPr algn="l">
              <a:defRPr sz="1725" b="1">
                <a:solidFill>
                  <a:srgbClr val="182231"/>
                </a:solidFill>
                <a:latin typeface="Arial"/>
                <a:ea typeface="Arial"/>
                <a:cs typeface="Arial"/>
              </a:defRPr>
            </a:lvl4pPr>
            <a:lvl5pPr algn="l">
              <a:defRPr sz="1725" b="1">
                <a:solidFill>
                  <a:srgbClr val="182231"/>
                </a:solidFill>
                <a:latin typeface="Arial"/>
                <a:ea typeface="Arial"/>
                <a:cs typeface="Arial"/>
              </a:defRPr>
            </a:lvl5pPr>
            <a:lvl6pPr algn="l">
              <a:defRPr sz="1725" b="1">
                <a:solidFill>
                  <a:srgbClr val="182231"/>
                </a:solidFill>
                <a:latin typeface="Arial"/>
                <a:ea typeface="Arial"/>
                <a:cs typeface="Arial"/>
              </a:defRPr>
            </a:lvl6pPr>
            <a:lvl7pPr algn="l">
              <a:defRPr sz="1725" b="1">
                <a:solidFill>
                  <a:srgbClr val="182231"/>
                </a:solidFill>
                <a:latin typeface="Arial"/>
                <a:ea typeface="Arial"/>
                <a:cs typeface="Arial"/>
              </a:defRPr>
            </a:lvl7pPr>
            <a:lvl8pPr algn="l">
              <a:defRPr sz="1725" b="1">
                <a:solidFill>
                  <a:srgbClr val="182231"/>
                </a:solidFill>
                <a:latin typeface="Arial"/>
                <a:ea typeface="Arial"/>
                <a:cs typeface="Arial"/>
              </a:defRPr>
            </a:lvl8pPr>
            <a:lvl9pPr algn="l">
              <a:defRPr sz="1725" b="1">
                <a:solidFill>
                  <a:srgbClr val="182231"/>
                </a:solidFill>
                <a:latin typeface="Arial"/>
                <a:ea typeface="Arial"/>
                <a:cs typeface="Arial"/>
              </a:defRPr>
            </a:lvl9pPr>
          </a:lstStyle>
          <a:p xmlns:a="http://schemas.openxmlformats.org/drawingml/2006/main">
            <a:pPr algn="l">
              <a:defRPr sz="1725" b="1">
                <a:solidFill>
                  <a:srgbClr val="182231"/>
                </a:solidFill>
                <a:latin typeface="Arial"/>
                <a:ea typeface="Arial"/>
                <a:cs typeface="Arial"/>
              </a:defRPr>
            </a:pPr>
            <a:r>
              <a:rPr sz="1725" b="1">
                <a:solidFill>
                  <a:srgbClr val="182231"/>
                </a:solidFill>
                <a:latin typeface="Arial"/>
                <a:ea typeface="Arial"/>
                <a:cs typeface="Arial"/>
              </a:rPr>
              <a:t>Refine the</a:t>
            </a:r>
          </a:p>
          <a:p xmlns:a="http://schemas.openxmlformats.org/drawingml/2006/main">
            <a:pPr algn="l">
              <a:defRPr sz="1725" b="1">
                <a:solidFill>
                  <a:srgbClr val="182231"/>
                </a:solidFill>
                <a:latin typeface="Arial"/>
                <a:ea typeface="Arial"/>
                <a:cs typeface="Arial"/>
              </a:defRPr>
            </a:pPr>
            <a:r>
              <a:rPr sz="1725" b="1">
                <a:solidFill>
                  <a:srgbClr val="182231"/>
                </a:solidFill>
                <a:latin typeface="Arial"/>
                <a:ea typeface="Arial"/>
                <a:cs typeface="Arial"/>
              </a:rPr>
              <a:t>edit</a:t>
            </a:r>
          </a:p>
        </p:txBody>
      </p:sp>
      <p:sp>
        <p:nvSpPr>
          <p:cNvPr id="19" name="">
            <a:extLst xmlns:a="http://schemas.openxmlformats.org/drawingml/2006/main">
              <a:ext uri="{FF2B5EF4-FFF2-40B4-BE49-F238E27FC236}">
                <a16:creationId xmlns:a16="http://schemas.microsoft.com/office/drawing/2014/main" id="{D2C0B5D9-1946-40A1-ADC6-BC3508BDD311}"/>
              </a:ext>
            </a:extLst>
          </p:cNvPr>
          <p:cNvSpPr>
            <a:spLocks xmlns:a="http://schemas.openxmlformats.org/drawingml/2006/main" noGrp="1"/>
          </p:cNvSpPr>
          <p:nvPr/>
        </p:nvSpPr>
        <p:spPr>
          <a:xfrm xmlns:a="http://schemas.openxmlformats.org/drawingml/2006/main">
            <a:off x="10058400" y="3333750"/>
            <a:ext cx="1409700" cy="990600"/>
          </a:xfrm>
          <a:prstGeom xmlns:a="http://schemas.openxmlformats.org/drawingml/2006/main" prst="rect">
            <a:avLst/>
          </a:prstGeom>
          <a:solidFill xmlns:a="http://schemas.openxmlformats.org/drawingml/2006/main">
            <a:srgbClr val="E5ECE7"/>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534310E-A742-4F27-B799-0B53926048A7}"/>
              </a:ext>
            </a:extLst>
          </p:cNvPr>
          <p:cNvSpPr>
            <a:spLocks xmlns:a="http://schemas.openxmlformats.org/drawingml/2006/main" noGrp="1"/>
          </p:cNvSpPr>
          <p:nvPr/>
        </p:nvSpPr>
        <p:spPr>
          <a:xfrm xmlns:a="http://schemas.openxmlformats.org/drawingml/2006/main">
            <a:off x="10191750" y="3562350"/>
            <a:ext cx="1162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82231"/>
                </a:solidFill>
                <a:latin typeface="Arial"/>
                <a:ea typeface="Arial"/>
                <a:cs typeface="Arial"/>
              </a:defRPr>
            </a:defPPr>
            <a:lvl1pPr algn="l">
              <a:defRPr sz="1725" b="1">
                <a:solidFill>
                  <a:srgbClr val="182231"/>
                </a:solidFill>
                <a:latin typeface="Arial"/>
                <a:ea typeface="Arial"/>
                <a:cs typeface="Arial"/>
              </a:defRPr>
            </a:lvl1pPr>
            <a:lvl2pPr algn="l">
              <a:defRPr sz="1725" b="1">
                <a:solidFill>
                  <a:srgbClr val="182231"/>
                </a:solidFill>
                <a:latin typeface="Arial"/>
                <a:ea typeface="Arial"/>
                <a:cs typeface="Arial"/>
              </a:defRPr>
            </a:lvl2pPr>
            <a:lvl3pPr algn="l">
              <a:defRPr sz="1725" b="1">
                <a:solidFill>
                  <a:srgbClr val="182231"/>
                </a:solidFill>
                <a:latin typeface="Arial"/>
                <a:ea typeface="Arial"/>
                <a:cs typeface="Arial"/>
              </a:defRPr>
            </a:lvl3pPr>
            <a:lvl4pPr algn="l">
              <a:defRPr sz="1725" b="1">
                <a:solidFill>
                  <a:srgbClr val="182231"/>
                </a:solidFill>
                <a:latin typeface="Arial"/>
                <a:ea typeface="Arial"/>
                <a:cs typeface="Arial"/>
              </a:defRPr>
            </a:lvl4pPr>
            <a:lvl5pPr algn="l">
              <a:defRPr sz="1725" b="1">
                <a:solidFill>
                  <a:srgbClr val="182231"/>
                </a:solidFill>
                <a:latin typeface="Arial"/>
                <a:ea typeface="Arial"/>
                <a:cs typeface="Arial"/>
              </a:defRPr>
            </a:lvl5pPr>
            <a:lvl6pPr algn="l">
              <a:defRPr sz="1725" b="1">
                <a:solidFill>
                  <a:srgbClr val="182231"/>
                </a:solidFill>
                <a:latin typeface="Arial"/>
                <a:ea typeface="Arial"/>
                <a:cs typeface="Arial"/>
              </a:defRPr>
            </a:lvl6pPr>
            <a:lvl7pPr algn="l">
              <a:defRPr sz="1725" b="1">
                <a:solidFill>
                  <a:srgbClr val="182231"/>
                </a:solidFill>
                <a:latin typeface="Arial"/>
                <a:ea typeface="Arial"/>
                <a:cs typeface="Arial"/>
              </a:defRPr>
            </a:lvl7pPr>
            <a:lvl8pPr algn="l">
              <a:defRPr sz="1725" b="1">
                <a:solidFill>
                  <a:srgbClr val="182231"/>
                </a:solidFill>
                <a:latin typeface="Arial"/>
                <a:ea typeface="Arial"/>
                <a:cs typeface="Arial"/>
              </a:defRPr>
            </a:lvl8pPr>
            <a:lvl9pPr algn="l">
              <a:defRPr sz="1725" b="1">
                <a:solidFill>
                  <a:srgbClr val="182231"/>
                </a:solidFill>
                <a:latin typeface="Arial"/>
                <a:ea typeface="Arial"/>
                <a:cs typeface="Arial"/>
              </a:defRPr>
            </a:lvl9pPr>
          </a:lstStyle>
          <a:p xmlns:a="http://schemas.openxmlformats.org/drawingml/2006/main">
            <a:pPr algn="l">
              <a:defRPr sz="1725" b="1">
                <a:solidFill>
                  <a:srgbClr val="182231"/>
                </a:solidFill>
                <a:latin typeface="Arial"/>
                <a:ea typeface="Arial"/>
                <a:cs typeface="Arial"/>
              </a:defRPr>
            </a:pPr>
            <a:r>
              <a:rPr sz="1725" b="1">
                <a:solidFill>
                  <a:srgbClr val="182231"/>
                </a:solidFill>
                <a:latin typeface="Arial"/>
                <a:ea typeface="Arial"/>
                <a:cs typeface="Arial"/>
              </a:rPr>
              <a:t>Export and</a:t>
            </a:r>
          </a:p>
          <a:p xmlns:a="http://schemas.openxmlformats.org/drawingml/2006/main">
            <a:pPr algn="l">
              <a:defRPr sz="1725" b="1">
                <a:solidFill>
                  <a:srgbClr val="182231"/>
                </a:solidFill>
                <a:latin typeface="Arial"/>
                <a:ea typeface="Arial"/>
                <a:cs typeface="Arial"/>
              </a:defRPr>
            </a:pPr>
            <a:r>
              <a:rPr sz="1725" b="1">
                <a:solidFill>
                  <a:srgbClr val="182231"/>
                </a:solidFill>
                <a:latin typeface="Arial"/>
                <a:ea typeface="Arial"/>
                <a:cs typeface="Arial"/>
              </a:rPr>
              <a:t>check</a:t>
            </a:r>
          </a:p>
        </p:txBody>
      </p:sp>
      <p:sp>
        <p:nvSpPr>
          <p:cNvPr id="21" name="">
            <a:extLst xmlns:a="http://schemas.openxmlformats.org/drawingml/2006/main">
              <a:ext uri="{FF2B5EF4-FFF2-40B4-BE49-F238E27FC236}">
                <a16:creationId xmlns:a16="http://schemas.microsoft.com/office/drawing/2014/main" id="{7B658733-B3A9-478F-BC9B-298E49D164F1}"/>
              </a:ext>
            </a:extLst>
          </p:cNvPr>
          <p:cNvSpPr>
            <a:spLocks xmlns:a="http://schemas.openxmlformats.org/drawingml/2006/main" noGrp="1"/>
          </p:cNvSpPr>
          <p:nvPr/>
        </p:nvSpPr>
        <p:spPr>
          <a:xfrm xmlns:a="http://schemas.openxmlformats.org/drawingml/2006/main">
            <a:off x="685800" y="4933950"/>
            <a:ext cx="1028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372"/>
                </a:solidFill>
                <a:latin typeface="Arial"/>
                <a:ea typeface="Arial"/>
                <a:cs typeface="Arial"/>
              </a:defRPr>
            </a:defPPr>
            <a:lvl1pPr algn="l">
              <a:defRPr sz="1875" b="0">
                <a:solidFill>
                  <a:srgbClr val="526372"/>
                </a:solidFill>
                <a:latin typeface="Arial"/>
                <a:ea typeface="Arial"/>
                <a:cs typeface="Arial"/>
              </a:defRPr>
            </a:lvl1pPr>
            <a:lvl2pPr algn="l">
              <a:defRPr sz="1875" b="0">
                <a:solidFill>
                  <a:srgbClr val="526372"/>
                </a:solidFill>
                <a:latin typeface="Arial"/>
                <a:ea typeface="Arial"/>
                <a:cs typeface="Arial"/>
              </a:defRPr>
            </a:lvl2pPr>
            <a:lvl3pPr algn="l">
              <a:defRPr sz="1875" b="0">
                <a:solidFill>
                  <a:srgbClr val="526372"/>
                </a:solidFill>
                <a:latin typeface="Arial"/>
                <a:ea typeface="Arial"/>
                <a:cs typeface="Arial"/>
              </a:defRPr>
            </a:lvl3pPr>
            <a:lvl4pPr algn="l">
              <a:defRPr sz="1875" b="0">
                <a:solidFill>
                  <a:srgbClr val="526372"/>
                </a:solidFill>
                <a:latin typeface="Arial"/>
                <a:ea typeface="Arial"/>
                <a:cs typeface="Arial"/>
              </a:defRPr>
            </a:lvl4pPr>
            <a:lvl5pPr algn="l">
              <a:defRPr sz="1875" b="0">
                <a:solidFill>
                  <a:srgbClr val="526372"/>
                </a:solidFill>
                <a:latin typeface="Arial"/>
                <a:ea typeface="Arial"/>
                <a:cs typeface="Arial"/>
              </a:defRPr>
            </a:lvl5pPr>
            <a:lvl6pPr algn="l">
              <a:defRPr sz="1875" b="0">
                <a:solidFill>
                  <a:srgbClr val="526372"/>
                </a:solidFill>
                <a:latin typeface="Arial"/>
                <a:ea typeface="Arial"/>
                <a:cs typeface="Arial"/>
              </a:defRPr>
            </a:lvl6pPr>
            <a:lvl7pPr algn="l">
              <a:defRPr sz="1875" b="0">
                <a:solidFill>
                  <a:srgbClr val="526372"/>
                </a:solidFill>
                <a:latin typeface="Arial"/>
                <a:ea typeface="Arial"/>
                <a:cs typeface="Arial"/>
              </a:defRPr>
            </a:lvl7pPr>
            <a:lvl8pPr algn="l">
              <a:defRPr sz="1875" b="0">
                <a:solidFill>
                  <a:srgbClr val="526372"/>
                </a:solidFill>
                <a:latin typeface="Arial"/>
                <a:ea typeface="Arial"/>
                <a:cs typeface="Arial"/>
              </a:defRPr>
            </a:lvl8pPr>
            <a:lvl9pPr algn="l">
              <a:defRPr sz="1875" b="0">
                <a:solidFill>
                  <a:srgbClr val="526372"/>
                </a:solidFill>
                <a:latin typeface="Arial"/>
                <a:ea typeface="Arial"/>
                <a:cs typeface="Arial"/>
              </a:defRPr>
            </a:lvl9pPr>
          </a:lstStyle>
          <a:p xmlns:a="http://schemas.openxmlformats.org/drawingml/2006/main">
            <a:pPr algn="l">
              <a:defRPr sz="1875" b="0">
                <a:solidFill>
                  <a:srgbClr val="526372"/>
                </a:solidFill>
                <a:latin typeface="Arial"/>
                <a:ea typeface="Arial"/>
                <a:cs typeface="Arial"/>
              </a:defRPr>
            </a:pPr>
            <a:r>
              <a:rPr sz="1875" b="0">
                <a:solidFill>
                  <a:srgbClr val="526372"/>
                </a:solidFill>
                <a:latin typeface="Arial"/>
                <a:ea typeface="Arial"/>
                <a:cs typeface="Arial"/>
              </a:rPr>
              <a:t>A compelling sentence can lose its value when the question, explanation or payoff falls outside the cut.</a:t>
            </a:r>
          </a:p>
        </p:txBody>
      </p:sp>
    </p:spTree>
    <p:extLst>
      <p:ext uri="{BB962C8B-B14F-4D97-AF65-F5344CB8AC3E}">
        <p14:creationId xmlns:p14="http://schemas.microsoft.com/office/powerpoint/2010/main" val="915514285"/>
      </p:ext>
    </p:extLst>
  </p:cSld>
</p:sld>
</file>

<file path=ppt/slides/slide3.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E8A0B96-23AE-48AE-AA5C-EAFE5B774B75}"/>
              </a:ext>
            </a:extLst>
          </p:cNvPr>
          <p:cNvSpPr>
            <a:spLocks xmlns:a="http://schemas.openxmlformats.org/drawingml/2006/main" noGrp="1"/>
          </p:cNvSpPr>
          <p:nvPr/>
        </p:nvSpPr>
        <p:spPr>
          <a:xfrm xmlns:a="http://schemas.openxmlformats.org/drawingml/2006/main">
            <a:off x="685800" y="59055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231"/>
                </a:solidFill>
                <a:latin typeface="Arial"/>
                <a:ea typeface="Arial"/>
                <a:cs typeface="Arial"/>
              </a:defRPr>
            </a:defPPr>
            <a:lvl1pPr algn="l">
              <a:defRPr sz="3300" b="1">
                <a:solidFill>
                  <a:srgbClr val="182231"/>
                </a:solidFill>
                <a:latin typeface="Arial"/>
                <a:ea typeface="Arial"/>
                <a:cs typeface="Arial"/>
              </a:defRPr>
            </a:lvl1pPr>
            <a:lvl2pPr algn="l">
              <a:defRPr sz="3300" b="1">
                <a:solidFill>
                  <a:srgbClr val="182231"/>
                </a:solidFill>
                <a:latin typeface="Arial"/>
                <a:ea typeface="Arial"/>
                <a:cs typeface="Arial"/>
              </a:defRPr>
            </a:lvl2pPr>
            <a:lvl3pPr algn="l">
              <a:defRPr sz="3300" b="1">
                <a:solidFill>
                  <a:srgbClr val="182231"/>
                </a:solidFill>
                <a:latin typeface="Arial"/>
                <a:ea typeface="Arial"/>
                <a:cs typeface="Arial"/>
              </a:defRPr>
            </a:lvl3pPr>
            <a:lvl4pPr algn="l">
              <a:defRPr sz="3300" b="1">
                <a:solidFill>
                  <a:srgbClr val="182231"/>
                </a:solidFill>
                <a:latin typeface="Arial"/>
                <a:ea typeface="Arial"/>
                <a:cs typeface="Arial"/>
              </a:defRPr>
            </a:lvl4pPr>
            <a:lvl5pPr algn="l">
              <a:defRPr sz="3300" b="1">
                <a:solidFill>
                  <a:srgbClr val="182231"/>
                </a:solidFill>
                <a:latin typeface="Arial"/>
                <a:ea typeface="Arial"/>
                <a:cs typeface="Arial"/>
              </a:defRPr>
            </a:lvl5pPr>
            <a:lvl6pPr algn="l">
              <a:defRPr sz="3300" b="1">
                <a:solidFill>
                  <a:srgbClr val="182231"/>
                </a:solidFill>
                <a:latin typeface="Arial"/>
                <a:ea typeface="Arial"/>
                <a:cs typeface="Arial"/>
              </a:defRPr>
            </a:lvl6pPr>
            <a:lvl7pPr algn="l">
              <a:defRPr sz="3300" b="1">
                <a:solidFill>
                  <a:srgbClr val="182231"/>
                </a:solidFill>
                <a:latin typeface="Arial"/>
                <a:ea typeface="Arial"/>
                <a:cs typeface="Arial"/>
              </a:defRPr>
            </a:lvl7pPr>
            <a:lvl8pPr algn="l">
              <a:defRPr sz="3300" b="1">
                <a:solidFill>
                  <a:srgbClr val="182231"/>
                </a:solidFill>
                <a:latin typeface="Arial"/>
                <a:ea typeface="Arial"/>
                <a:cs typeface="Arial"/>
              </a:defRPr>
            </a:lvl8pPr>
            <a:lvl9pPr algn="l">
              <a:defRPr sz="3300" b="1">
                <a:solidFill>
                  <a:srgbClr val="182231"/>
                </a:solidFill>
                <a:latin typeface="Arial"/>
                <a:ea typeface="Arial"/>
                <a:cs typeface="Arial"/>
              </a:defRPr>
            </a:lvl9pPr>
          </a:lstStyle>
          <a:p xmlns:a="http://schemas.openxmlformats.org/drawingml/2006/main">
            <a:pPr algn="l">
              <a:defRPr sz="3300" b="1">
                <a:solidFill>
                  <a:srgbClr val="182231"/>
                </a:solidFill>
                <a:latin typeface="Arial"/>
                <a:ea typeface="Arial"/>
                <a:cs typeface="Arial"/>
              </a:defRPr>
            </a:pPr>
            <a:r>
              <a:rPr sz="3300" b="1">
                <a:solidFill>
                  <a:srgbClr val="182231"/>
                </a:solidFill>
                <a:latin typeface="Arial"/>
                <a:ea typeface="Arial"/>
                <a:cs typeface="Arial"/>
              </a:rPr>
              <a:t>A focused first customer</a:t>
            </a:r>
          </a:p>
        </p:txBody>
      </p:sp>
      <p:sp>
        <p:nvSpPr>
          <p:cNvPr id="3" name="">
            <a:extLst xmlns:a="http://schemas.openxmlformats.org/drawingml/2006/main">
              <a:ext uri="{FF2B5EF4-FFF2-40B4-BE49-F238E27FC236}">
                <a16:creationId xmlns:a16="http://schemas.microsoft.com/office/drawing/2014/main" id="{9BD0DDA8-7327-4F81-91B2-52C656873B6E}"/>
              </a:ext>
            </a:extLst>
          </p:cNvPr>
          <p:cNvSpPr>
            <a:spLocks xmlns:a="http://schemas.openxmlformats.org/drawingml/2006/main" noGrp="1"/>
          </p:cNvSpPr>
          <p:nvPr/>
        </p:nvSpPr>
        <p:spPr>
          <a:xfrm xmlns:a="http://schemas.openxmlformats.org/drawingml/2006/main">
            <a:off x="685800" y="6324600"/>
            <a:ext cx="10820400" cy="9525"/>
          </a:xfrm>
          <a:prstGeom xmlns:a="http://schemas.openxmlformats.org/drawingml/2006/main" prst="rect">
            <a:avLst/>
          </a:prstGeom>
          <a:solidFill xmlns:a="http://schemas.openxmlformats.org/drawingml/2006/main">
            <a:srgbClr val="D9DFD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4D2F4AE-7E48-49CD-99A4-B6A25F1AB233}"/>
              </a:ext>
            </a:extLst>
          </p:cNvPr>
          <p:cNvSpPr>
            <a:spLocks xmlns:a="http://schemas.openxmlformats.org/drawingml/2006/main" noGrp="1"/>
          </p:cNvSpPr>
          <p:nvPr/>
        </p:nvSpPr>
        <p:spPr>
          <a:xfrm xmlns:a="http://schemas.openxmlformats.org/drawingml/2006/main">
            <a:off x="685800" y="647700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87783"/>
                </a:solidFill>
                <a:latin typeface="Arial"/>
                <a:ea typeface="Arial"/>
                <a:cs typeface="Arial"/>
              </a:defRPr>
            </a:defPPr>
            <a:lvl1pPr algn="l">
              <a:defRPr sz="1050" b="1">
                <a:solidFill>
                  <a:srgbClr val="687783"/>
                </a:solidFill>
                <a:latin typeface="Arial"/>
                <a:ea typeface="Arial"/>
                <a:cs typeface="Arial"/>
              </a:defRPr>
            </a:lvl1pPr>
            <a:lvl2pPr algn="l">
              <a:defRPr sz="1050" b="1">
                <a:solidFill>
                  <a:srgbClr val="687783"/>
                </a:solidFill>
                <a:latin typeface="Arial"/>
                <a:ea typeface="Arial"/>
                <a:cs typeface="Arial"/>
              </a:defRPr>
            </a:lvl2pPr>
            <a:lvl3pPr algn="l">
              <a:defRPr sz="1050" b="1">
                <a:solidFill>
                  <a:srgbClr val="687783"/>
                </a:solidFill>
                <a:latin typeface="Arial"/>
                <a:ea typeface="Arial"/>
                <a:cs typeface="Arial"/>
              </a:defRPr>
            </a:lvl3pPr>
            <a:lvl4pPr algn="l">
              <a:defRPr sz="1050" b="1">
                <a:solidFill>
                  <a:srgbClr val="687783"/>
                </a:solidFill>
                <a:latin typeface="Arial"/>
                <a:ea typeface="Arial"/>
                <a:cs typeface="Arial"/>
              </a:defRPr>
            </a:lvl4pPr>
            <a:lvl5pPr algn="l">
              <a:defRPr sz="1050" b="1">
                <a:solidFill>
                  <a:srgbClr val="687783"/>
                </a:solidFill>
                <a:latin typeface="Arial"/>
                <a:ea typeface="Arial"/>
                <a:cs typeface="Arial"/>
              </a:defRPr>
            </a:lvl5pPr>
            <a:lvl6pPr algn="l">
              <a:defRPr sz="1050" b="1">
                <a:solidFill>
                  <a:srgbClr val="687783"/>
                </a:solidFill>
                <a:latin typeface="Arial"/>
                <a:ea typeface="Arial"/>
                <a:cs typeface="Arial"/>
              </a:defRPr>
            </a:lvl6pPr>
            <a:lvl7pPr algn="l">
              <a:defRPr sz="1050" b="1">
                <a:solidFill>
                  <a:srgbClr val="687783"/>
                </a:solidFill>
                <a:latin typeface="Arial"/>
                <a:ea typeface="Arial"/>
                <a:cs typeface="Arial"/>
              </a:defRPr>
            </a:lvl7pPr>
            <a:lvl8pPr algn="l">
              <a:defRPr sz="1050" b="1">
                <a:solidFill>
                  <a:srgbClr val="687783"/>
                </a:solidFill>
                <a:latin typeface="Arial"/>
                <a:ea typeface="Arial"/>
                <a:cs typeface="Arial"/>
              </a:defRPr>
            </a:lvl8pPr>
            <a:lvl9pPr algn="l">
              <a:defRPr sz="1050" b="1">
                <a:solidFill>
                  <a:srgbClr val="687783"/>
                </a:solidFill>
                <a:latin typeface="Arial"/>
                <a:ea typeface="Arial"/>
                <a:cs typeface="Arial"/>
              </a:defRPr>
            </a:lvl9pPr>
          </a:lstStyle>
          <a:p xmlns:a="http://schemas.openxmlformats.org/drawingml/2006/main">
            <a:pPr algn="l">
              <a:defRPr sz="1050" b="1">
                <a:solidFill>
                  <a:srgbClr val="687783"/>
                </a:solidFill>
                <a:latin typeface="Arial"/>
                <a:ea typeface="Arial"/>
                <a:cs typeface="Arial"/>
              </a:defRPr>
            </a:pPr>
            <a:r>
              <a:rPr sz="1050" b="1">
                <a:solidFill>
                  <a:srgbClr val="687783"/>
                </a:solidFill>
                <a:latin typeface="Arial"/>
                <a:ea typeface="Arial"/>
                <a:cs typeface="Arial"/>
              </a:rPr>
              <a:t>FRAMECRAFT</a:t>
            </a:r>
          </a:p>
        </p:txBody>
      </p:sp>
      <p:sp>
        <p:nvSpPr>
          <p:cNvPr id="5" name="">
            <a:extLst xmlns:a="http://schemas.openxmlformats.org/drawingml/2006/main">
              <a:ext uri="{FF2B5EF4-FFF2-40B4-BE49-F238E27FC236}">
                <a16:creationId xmlns:a16="http://schemas.microsoft.com/office/drawing/2014/main" id="{6AD5D711-A696-497C-89DA-DC699B2FB8E9}"/>
              </a:ext>
            </a:extLst>
          </p:cNvPr>
          <p:cNvSpPr>
            <a:spLocks xmlns:a="http://schemas.openxmlformats.org/drawingml/2006/main" noGrp="1"/>
          </p:cNvSpPr>
          <p:nvPr/>
        </p:nvSpPr>
        <p:spPr>
          <a:xfrm xmlns:a="http://schemas.openxmlformats.org/drawingml/2006/main">
            <a:off x="10953750" y="64770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87783"/>
                </a:solidFill>
                <a:latin typeface="Arial"/>
                <a:ea typeface="Arial"/>
                <a:cs typeface="Arial"/>
              </a:defRPr>
            </a:defPPr>
            <a:lvl1pPr algn="r">
              <a:defRPr sz="1050" b="0">
                <a:solidFill>
                  <a:srgbClr val="687783"/>
                </a:solidFill>
                <a:latin typeface="Arial"/>
                <a:ea typeface="Arial"/>
                <a:cs typeface="Arial"/>
              </a:defRPr>
            </a:lvl1pPr>
            <a:lvl2pPr algn="r">
              <a:defRPr sz="1050" b="0">
                <a:solidFill>
                  <a:srgbClr val="687783"/>
                </a:solidFill>
                <a:latin typeface="Arial"/>
                <a:ea typeface="Arial"/>
                <a:cs typeface="Arial"/>
              </a:defRPr>
            </a:lvl2pPr>
            <a:lvl3pPr algn="r">
              <a:defRPr sz="1050" b="0">
                <a:solidFill>
                  <a:srgbClr val="687783"/>
                </a:solidFill>
                <a:latin typeface="Arial"/>
                <a:ea typeface="Arial"/>
                <a:cs typeface="Arial"/>
              </a:defRPr>
            </a:lvl3pPr>
            <a:lvl4pPr algn="r">
              <a:defRPr sz="1050" b="0">
                <a:solidFill>
                  <a:srgbClr val="687783"/>
                </a:solidFill>
                <a:latin typeface="Arial"/>
                <a:ea typeface="Arial"/>
                <a:cs typeface="Arial"/>
              </a:defRPr>
            </a:lvl4pPr>
            <a:lvl5pPr algn="r">
              <a:defRPr sz="1050" b="0">
                <a:solidFill>
                  <a:srgbClr val="687783"/>
                </a:solidFill>
                <a:latin typeface="Arial"/>
                <a:ea typeface="Arial"/>
                <a:cs typeface="Arial"/>
              </a:defRPr>
            </a:lvl5pPr>
            <a:lvl6pPr algn="r">
              <a:defRPr sz="1050" b="0">
                <a:solidFill>
                  <a:srgbClr val="687783"/>
                </a:solidFill>
                <a:latin typeface="Arial"/>
                <a:ea typeface="Arial"/>
                <a:cs typeface="Arial"/>
              </a:defRPr>
            </a:lvl6pPr>
            <a:lvl7pPr algn="r">
              <a:defRPr sz="1050" b="0">
                <a:solidFill>
                  <a:srgbClr val="687783"/>
                </a:solidFill>
                <a:latin typeface="Arial"/>
                <a:ea typeface="Arial"/>
                <a:cs typeface="Arial"/>
              </a:defRPr>
            </a:lvl7pPr>
            <a:lvl8pPr algn="r">
              <a:defRPr sz="1050" b="0">
                <a:solidFill>
                  <a:srgbClr val="687783"/>
                </a:solidFill>
                <a:latin typeface="Arial"/>
                <a:ea typeface="Arial"/>
                <a:cs typeface="Arial"/>
              </a:defRPr>
            </a:lvl8pPr>
            <a:lvl9pPr algn="r">
              <a:defRPr sz="1050" b="0">
                <a:solidFill>
                  <a:srgbClr val="687783"/>
                </a:solidFill>
                <a:latin typeface="Arial"/>
                <a:ea typeface="Arial"/>
                <a:cs typeface="Arial"/>
              </a:defRPr>
            </a:lvl9pPr>
          </a:lstStyle>
          <a:p xmlns:a="http://schemas.openxmlformats.org/drawingml/2006/main">
            <a:pPr algn="r">
              <a:defRPr sz="1050" b="0">
                <a:solidFill>
                  <a:srgbClr val="687783"/>
                </a:solidFill>
                <a:latin typeface="Arial"/>
                <a:ea typeface="Arial"/>
                <a:cs typeface="Arial"/>
              </a:defRPr>
            </a:pPr>
            <a:r>
              <a:rPr sz="1050" b="0">
                <a:solidFill>
                  <a:srgbClr val="687783"/>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FD9C4E1A-3DE6-4FCE-A4EE-A3CCEFD0253A}"/>
              </a:ext>
            </a:extLst>
          </p:cNvPr>
          <p:cNvSpPr>
            <a:spLocks xmlns:a="http://schemas.openxmlformats.org/drawingml/2006/main" noGrp="1"/>
          </p:cNvSpPr>
          <p:nvPr/>
        </p:nvSpPr>
        <p:spPr>
          <a:xfrm xmlns:a="http://schemas.openxmlformats.org/drawingml/2006/main">
            <a:off x="685800" y="1809750"/>
            <a:ext cx="590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3C7EEB"/>
                </a:solidFill>
                <a:latin typeface="Arial"/>
                <a:ea typeface="Arial"/>
                <a:cs typeface="Arial"/>
              </a:defRPr>
            </a:defPPr>
            <a:lvl1pPr algn="l">
              <a:defRPr sz="1125" b="1">
                <a:solidFill>
                  <a:srgbClr val="3C7EEB"/>
                </a:solidFill>
                <a:latin typeface="Arial"/>
                <a:ea typeface="Arial"/>
                <a:cs typeface="Arial"/>
              </a:defRPr>
            </a:lvl1pPr>
            <a:lvl2pPr algn="l">
              <a:defRPr sz="1125" b="1">
                <a:solidFill>
                  <a:srgbClr val="3C7EEB"/>
                </a:solidFill>
                <a:latin typeface="Arial"/>
                <a:ea typeface="Arial"/>
                <a:cs typeface="Arial"/>
              </a:defRPr>
            </a:lvl2pPr>
            <a:lvl3pPr algn="l">
              <a:defRPr sz="1125" b="1">
                <a:solidFill>
                  <a:srgbClr val="3C7EEB"/>
                </a:solidFill>
                <a:latin typeface="Arial"/>
                <a:ea typeface="Arial"/>
                <a:cs typeface="Arial"/>
              </a:defRPr>
            </a:lvl3pPr>
            <a:lvl4pPr algn="l">
              <a:defRPr sz="1125" b="1">
                <a:solidFill>
                  <a:srgbClr val="3C7EEB"/>
                </a:solidFill>
                <a:latin typeface="Arial"/>
                <a:ea typeface="Arial"/>
                <a:cs typeface="Arial"/>
              </a:defRPr>
            </a:lvl4pPr>
            <a:lvl5pPr algn="l">
              <a:defRPr sz="1125" b="1">
                <a:solidFill>
                  <a:srgbClr val="3C7EEB"/>
                </a:solidFill>
                <a:latin typeface="Arial"/>
                <a:ea typeface="Arial"/>
                <a:cs typeface="Arial"/>
              </a:defRPr>
            </a:lvl5pPr>
            <a:lvl6pPr algn="l">
              <a:defRPr sz="1125" b="1">
                <a:solidFill>
                  <a:srgbClr val="3C7EEB"/>
                </a:solidFill>
                <a:latin typeface="Arial"/>
                <a:ea typeface="Arial"/>
                <a:cs typeface="Arial"/>
              </a:defRPr>
            </a:lvl6pPr>
            <a:lvl7pPr algn="l">
              <a:defRPr sz="1125" b="1">
                <a:solidFill>
                  <a:srgbClr val="3C7EEB"/>
                </a:solidFill>
                <a:latin typeface="Arial"/>
                <a:ea typeface="Arial"/>
                <a:cs typeface="Arial"/>
              </a:defRPr>
            </a:lvl7pPr>
            <a:lvl8pPr algn="l">
              <a:defRPr sz="1125" b="1">
                <a:solidFill>
                  <a:srgbClr val="3C7EEB"/>
                </a:solidFill>
                <a:latin typeface="Arial"/>
                <a:ea typeface="Arial"/>
                <a:cs typeface="Arial"/>
              </a:defRPr>
            </a:lvl8pPr>
            <a:lvl9pPr algn="l">
              <a:defRPr sz="1125" b="1">
                <a:solidFill>
                  <a:srgbClr val="3C7EEB"/>
                </a:solidFill>
                <a:latin typeface="Arial"/>
                <a:ea typeface="Arial"/>
                <a:cs typeface="Arial"/>
              </a:defRPr>
            </a:lvl9pPr>
          </a:lstStyle>
          <a:p xmlns:a="http://schemas.openxmlformats.org/drawingml/2006/main">
            <a:pPr algn="l">
              <a:defRPr sz="1125" b="1">
                <a:solidFill>
                  <a:srgbClr val="3C7EEB"/>
                </a:solidFill>
                <a:latin typeface="Arial"/>
                <a:ea typeface="Arial"/>
                <a:cs typeface="Arial"/>
              </a:defRPr>
            </a:pPr>
            <a:r>
              <a:rPr sz="1125" b="1">
                <a:solidFill>
                  <a:srgbClr val="3C7EEB"/>
                </a:solidFill>
                <a:latin typeface="Arial"/>
                <a:ea typeface="Arial"/>
                <a:cs typeface="Arial"/>
              </a:rPr>
              <a:t>INITIAL CUSTOMER HYPOTHESIS</a:t>
            </a:r>
          </a:p>
        </p:txBody>
      </p:sp>
      <p:sp>
        <p:nvSpPr>
          <p:cNvPr id="7" name="">
            <a:extLst xmlns:a="http://schemas.openxmlformats.org/drawingml/2006/main">
              <a:ext uri="{FF2B5EF4-FFF2-40B4-BE49-F238E27FC236}">
                <a16:creationId xmlns:a16="http://schemas.microsoft.com/office/drawing/2014/main" id="{9D55D99B-4C6D-4F13-B065-71678E26448A}"/>
              </a:ext>
            </a:extLst>
          </p:cNvPr>
          <p:cNvSpPr>
            <a:spLocks xmlns:a="http://schemas.openxmlformats.org/drawingml/2006/main" noGrp="1"/>
          </p:cNvSpPr>
          <p:nvPr/>
        </p:nvSpPr>
        <p:spPr>
          <a:xfrm xmlns:a="http://schemas.openxmlformats.org/drawingml/2006/main">
            <a:off x="685800" y="2305050"/>
            <a:ext cx="63341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182231"/>
                </a:solidFill>
                <a:latin typeface="Arial"/>
                <a:ea typeface="Arial"/>
                <a:cs typeface="Arial"/>
              </a:defRPr>
            </a:defPPr>
            <a:lvl1pPr algn="l">
              <a:defRPr sz="3600" b="1">
                <a:solidFill>
                  <a:srgbClr val="182231"/>
                </a:solidFill>
                <a:latin typeface="Arial"/>
                <a:ea typeface="Arial"/>
                <a:cs typeface="Arial"/>
              </a:defRPr>
            </a:lvl1pPr>
            <a:lvl2pPr algn="l">
              <a:defRPr sz="3600" b="1">
                <a:solidFill>
                  <a:srgbClr val="182231"/>
                </a:solidFill>
                <a:latin typeface="Arial"/>
                <a:ea typeface="Arial"/>
                <a:cs typeface="Arial"/>
              </a:defRPr>
            </a:lvl2pPr>
            <a:lvl3pPr algn="l">
              <a:defRPr sz="3600" b="1">
                <a:solidFill>
                  <a:srgbClr val="182231"/>
                </a:solidFill>
                <a:latin typeface="Arial"/>
                <a:ea typeface="Arial"/>
                <a:cs typeface="Arial"/>
              </a:defRPr>
            </a:lvl3pPr>
            <a:lvl4pPr algn="l">
              <a:defRPr sz="3600" b="1">
                <a:solidFill>
                  <a:srgbClr val="182231"/>
                </a:solidFill>
                <a:latin typeface="Arial"/>
                <a:ea typeface="Arial"/>
                <a:cs typeface="Arial"/>
              </a:defRPr>
            </a:lvl4pPr>
            <a:lvl5pPr algn="l">
              <a:defRPr sz="3600" b="1">
                <a:solidFill>
                  <a:srgbClr val="182231"/>
                </a:solidFill>
                <a:latin typeface="Arial"/>
                <a:ea typeface="Arial"/>
                <a:cs typeface="Arial"/>
              </a:defRPr>
            </a:lvl5pPr>
            <a:lvl6pPr algn="l">
              <a:defRPr sz="3600" b="1">
                <a:solidFill>
                  <a:srgbClr val="182231"/>
                </a:solidFill>
                <a:latin typeface="Arial"/>
                <a:ea typeface="Arial"/>
                <a:cs typeface="Arial"/>
              </a:defRPr>
            </a:lvl6pPr>
            <a:lvl7pPr algn="l">
              <a:defRPr sz="3600" b="1">
                <a:solidFill>
                  <a:srgbClr val="182231"/>
                </a:solidFill>
                <a:latin typeface="Arial"/>
                <a:ea typeface="Arial"/>
                <a:cs typeface="Arial"/>
              </a:defRPr>
            </a:lvl7pPr>
            <a:lvl8pPr algn="l">
              <a:defRPr sz="3600" b="1">
                <a:solidFill>
                  <a:srgbClr val="182231"/>
                </a:solidFill>
                <a:latin typeface="Arial"/>
                <a:ea typeface="Arial"/>
                <a:cs typeface="Arial"/>
              </a:defRPr>
            </a:lvl8pPr>
            <a:lvl9pPr algn="l">
              <a:defRPr sz="3600" b="1">
                <a:solidFill>
                  <a:srgbClr val="182231"/>
                </a:solidFill>
                <a:latin typeface="Arial"/>
                <a:ea typeface="Arial"/>
                <a:cs typeface="Arial"/>
              </a:defRPr>
            </a:lvl9pPr>
          </a:lstStyle>
          <a:p xmlns:a="http://schemas.openxmlformats.org/drawingml/2006/main">
            <a:pPr algn="l">
              <a:defRPr sz="3600" b="1">
                <a:solidFill>
                  <a:srgbClr val="182231"/>
                </a:solidFill>
                <a:latin typeface="Arial"/>
                <a:ea typeface="Arial"/>
                <a:cs typeface="Arial"/>
              </a:defRPr>
            </a:pPr>
            <a:r>
              <a:rPr sz="3600" b="1">
                <a:solidFill>
                  <a:srgbClr val="182231"/>
                </a:solidFill>
                <a:latin typeface="Arial"/>
                <a:ea typeface="Arial"/>
                <a:cs typeface="Arial"/>
              </a:rPr>
              <a:t>Independent podcasters</a:t>
            </a:r>
          </a:p>
          <a:p xmlns:a="http://schemas.openxmlformats.org/drawingml/2006/main">
            <a:pPr algn="l">
              <a:defRPr sz="3600" b="1">
                <a:solidFill>
                  <a:srgbClr val="182231"/>
                </a:solidFill>
                <a:latin typeface="Arial"/>
                <a:ea typeface="Arial"/>
                <a:cs typeface="Arial"/>
              </a:defRPr>
            </a:pPr>
            <a:r>
              <a:rPr sz="3600" b="1">
                <a:solidFill>
                  <a:srgbClr val="182231"/>
                </a:solidFill>
                <a:latin typeface="Arial"/>
                <a:ea typeface="Arial"/>
                <a:cs typeface="Arial"/>
              </a:rPr>
              <a:t>and educators</a:t>
            </a:r>
          </a:p>
        </p:txBody>
      </p:sp>
      <p:sp>
        <p:nvSpPr>
          <p:cNvPr id="8" name="">
            <a:extLst xmlns:a="http://schemas.openxmlformats.org/drawingml/2006/main">
              <a:ext uri="{FF2B5EF4-FFF2-40B4-BE49-F238E27FC236}">
                <a16:creationId xmlns:a16="http://schemas.microsoft.com/office/drawing/2014/main" id="{52EE4869-D341-4B42-BFFB-85312C0743AC}"/>
              </a:ext>
            </a:extLst>
          </p:cNvPr>
          <p:cNvSpPr>
            <a:spLocks xmlns:a="http://schemas.openxmlformats.org/drawingml/2006/main" noGrp="1"/>
          </p:cNvSpPr>
          <p:nvPr/>
        </p:nvSpPr>
        <p:spPr>
          <a:xfrm xmlns:a="http://schemas.openxmlformats.org/drawingml/2006/main">
            <a:off x="723900" y="4086225"/>
            <a:ext cx="571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372"/>
                </a:solidFill>
                <a:latin typeface="Arial"/>
                <a:ea typeface="Arial"/>
                <a:cs typeface="Arial"/>
              </a:defRPr>
            </a:defPPr>
            <a:lvl1pPr algn="l">
              <a:defRPr sz="1875" b="0">
                <a:solidFill>
                  <a:srgbClr val="526372"/>
                </a:solidFill>
                <a:latin typeface="Arial"/>
                <a:ea typeface="Arial"/>
                <a:cs typeface="Arial"/>
              </a:defRPr>
            </a:lvl1pPr>
            <a:lvl2pPr algn="l">
              <a:defRPr sz="1875" b="0">
                <a:solidFill>
                  <a:srgbClr val="526372"/>
                </a:solidFill>
                <a:latin typeface="Arial"/>
                <a:ea typeface="Arial"/>
                <a:cs typeface="Arial"/>
              </a:defRPr>
            </a:lvl2pPr>
            <a:lvl3pPr algn="l">
              <a:defRPr sz="1875" b="0">
                <a:solidFill>
                  <a:srgbClr val="526372"/>
                </a:solidFill>
                <a:latin typeface="Arial"/>
                <a:ea typeface="Arial"/>
                <a:cs typeface="Arial"/>
              </a:defRPr>
            </a:lvl3pPr>
            <a:lvl4pPr algn="l">
              <a:defRPr sz="1875" b="0">
                <a:solidFill>
                  <a:srgbClr val="526372"/>
                </a:solidFill>
                <a:latin typeface="Arial"/>
                <a:ea typeface="Arial"/>
                <a:cs typeface="Arial"/>
              </a:defRPr>
            </a:lvl4pPr>
            <a:lvl5pPr algn="l">
              <a:defRPr sz="1875" b="0">
                <a:solidFill>
                  <a:srgbClr val="526372"/>
                </a:solidFill>
                <a:latin typeface="Arial"/>
                <a:ea typeface="Arial"/>
                <a:cs typeface="Arial"/>
              </a:defRPr>
            </a:lvl5pPr>
            <a:lvl6pPr algn="l">
              <a:defRPr sz="1875" b="0">
                <a:solidFill>
                  <a:srgbClr val="526372"/>
                </a:solidFill>
                <a:latin typeface="Arial"/>
                <a:ea typeface="Arial"/>
                <a:cs typeface="Arial"/>
              </a:defRPr>
            </a:lvl6pPr>
            <a:lvl7pPr algn="l">
              <a:defRPr sz="1875" b="0">
                <a:solidFill>
                  <a:srgbClr val="526372"/>
                </a:solidFill>
                <a:latin typeface="Arial"/>
                <a:ea typeface="Arial"/>
                <a:cs typeface="Arial"/>
              </a:defRPr>
            </a:lvl7pPr>
            <a:lvl8pPr algn="l">
              <a:defRPr sz="1875" b="0">
                <a:solidFill>
                  <a:srgbClr val="526372"/>
                </a:solidFill>
                <a:latin typeface="Arial"/>
                <a:ea typeface="Arial"/>
                <a:cs typeface="Arial"/>
              </a:defRPr>
            </a:lvl8pPr>
            <a:lvl9pPr algn="l">
              <a:defRPr sz="1875" b="0">
                <a:solidFill>
                  <a:srgbClr val="526372"/>
                </a:solidFill>
                <a:latin typeface="Arial"/>
                <a:ea typeface="Arial"/>
                <a:cs typeface="Arial"/>
              </a:defRPr>
            </a:lvl9pPr>
          </a:lstStyle>
          <a:p xmlns:a="http://schemas.openxmlformats.org/drawingml/2006/main">
            <a:pPr algn="l">
              <a:defRPr sz="1875" b="0">
                <a:solidFill>
                  <a:srgbClr val="526372"/>
                </a:solidFill>
                <a:latin typeface="Arial"/>
                <a:ea typeface="Arial"/>
                <a:cs typeface="Arial"/>
              </a:defRPr>
            </a:pPr>
            <a:r>
              <a:rPr sz="1875" b="0">
                <a:solidFill>
                  <a:srgbClr val="526372"/>
                </a:solidFill>
                <a:latin typeface="Arial"/>
                <a:ea typeface="Arial"/>
                <a:cs typeface="Arial"/>
              </a:rPr>
              <a:t>People with recurring conversations, lessons or webinars and a need to review each published claim.</a:t>
            </a:r>
          </a:p>
        </p:txBody>
      </p:sp>
      <p:sp>
        <p:nvSpPr>
          <p:cNvPr id="9" name="">
            <a:extLst xmlns:a="http://schemas.openxmlformats.org/drawingml/2006/main">
              <a:ext uri="{FF2B5EF4-FFF2-40B4-BE49-F238E27FC236}">
                <a16:creationId xmlns:a16="http://schemas.microsoft.com/office/drawing/2014/main" id="{8E8C3894-861A-4ADB-9A07-818CA9CBEA5F}"/>
              </a:ext>
            </a:extLst>
          </p:cNvPr>
          <p:cNvSpPr>
            <a:spLocks xmlns:a="http://schemas.openxmlformats.org/drawingml/2006/main" noGrp="1"/>
          </p:cNvSpPr>
          <p:nvPr/>
        </p:nvSpPr>
        <p:spPr>
          <a:xfrm xmlns:a="http://schemas.openxmlformats.org/drawingml/2006/main">
            <a:off x="7524750" y="1981200"/>
            <a:ext cx="9525" cy="9525"/>
          </a:xfrm>
          <a:prstGeom xmlns:a="http://schemas.openxmlformats.org/drawingml/2006/main" prst="rect">
            <a:avLst/>
          </a:prstGeom>
          <a:solidFill xmlns:a="http://schemas.openxmlformats.org/drawingml/2006/main">
            <a:srgbClr val="D9DFD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DF9241B-6BCC-4066-BBE4-DE53B6276A68}"/>
              </a:ext>
            </a:extLst>
          </p:cNvPr>
          <p:cNvSpPr>
            <a:spLocks xmlns:a="http://schemas.openxmlformats.org/drawingml/2006/main" noGrp="1"/>
          </p:cNvSpPr>
          <p:nvPr/>
        </p:nvSpPr>
        <p:spPr>
          <a:xfrm xmlns:a="http://schemas.openxmlformats.org/drawingml/2006/main">
            <a:off x="7848600" y="19240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3C7EEB"/>
                </a:solidFill>
                <a:latin typeface="Arial"/>
                <a:ea typeface="Arial"/>
                <a:cs typeface="Arial"/>
              </a:defRPr>
            </a:defPPr>
            <a:lvl1pPr algn="l">
              <a:defRPr sz="1125" b="1">
                <a:solidFill>
                  <a:srgbClr val="3C7EEB"/>
                </a:solidFill>
                <a:latin typeface="Arial"/>
                <a:ea typeface="Arial"/>
                <a:cs typeface="Arial"/>
              </a:defRPr>
            </a:lvl1pPr>
            <a:lvl2pPr algn="l">
              <a:defRPr sz="1125" b="1">
                <a:solidFill>
                  <a:srgbClr val="3C7EEB"/>
                </a:solidFill>
                <a:latin typeface="Arial"/>
                <a:ea typeface="Arial"/>
                <a:cs typeface="Arial"/>
              </a:defRPr>
            </a:lvl2pPr>
            <a:lvl3pPr algn="l">
              <a:defRPr sz="1125" b="1">
                <a:solidFill>
                  <a:srgbClr val="3C7EEB"/>
                </a:solidFill>
                <a:latin typeface="Arial"/>
                <a:ea typeface="Arial"/>
                <a:cs typeface="Arial"/>
              </a:defRPr>
            </a:lvl3pPr>
            <a:lvl4pPr algn="l">
              <a:defRPr sz="1125" b="1">
                <a:solidFill>
                  <a:srgbClr val="3C7EEB"/>
                </a:solidFill>
                <a:latin typeface="Arial"/>
                <a:ea typeface="Arial"/>
                <a:cs typeface="Arial"/>
              </a:defRPr>
            </a:lvl4pPr>
            <a:lvl5pPr algn="l">
              <a:defRPr sz="1125" b="1">
                <a:solidFill>
                  <a:srgbClr val="3C7EEB"/>
                </a:solidFill>
                <a:latin typeface="Arial"/>
                <a:ea typeface="Arial"/>
                <a:cs typeface="Arial"/>
              </a:defRPr>
            </a:lvl5pPr>
            <a:lvl6pPr algn="l">
              <a:defRPr sz="1125" b="1">
                <a:solidFill>
                  <a:srgbClr val="3C7EEB"/>
                </a:solidFill>
                <a:latin typeface="Arial"/>
                <a:ea typeface="Arial"/>
                <a:cs typeface="Arial"/>
              </a:defRPr>
            </a:lvl6pPr>
            <a:lvl7pPr algn="l">
              <a:defRPr sz="1125" b="1">
                <a:solidFill>
                  <a:srgbClr val="3C7EEB"/>
                </a:solidFill>
                <a:latin typeface="Arial"/>
                <a:ea typeface="Arial"/>
                <a:cs typeface="Arial"/>
              </a:defRPr>
            </a:lvl7pPr>
            <a:lvl8pPr algn="l">
              <a:defRPr sz="1125" b="1">
                <a:solidFill>
                  <a:srgbClr val="3C7EEB"/>
                </a:solidFill>
                <a:latin typeface="Arial"/>
                <a:ea typeface="Arial"/>
                <a:cs typeface="Arial"/>
              </a:defRPr>
            </a:lvl8pPr>
            <a:lvl9pPr algn="l">
              <a:defRPr sz="1125" b="1">
                <a:solidFill>
                  <a:srgbClr val="3C7EEB"/>
                </a:solidFill>
                <a:latin typeface="Arial"/>
                <a:ea typeface="Arial"/>
                <a:cs typeface="Arial"/>
              </a:defRPr>
            </a:lvl9pPr>
          </a:lstStyle>
          <a:p xmlns:a="http://schemas.openxmlformats.org/drawingml/2006/main">
            <a:pPr algn="l">
              <a:defRPr sz="1125" b="1">
                <a:solidFill>
                  <a:srgbClr val="3C7EEB"/>
                </a:solidFill>
                <a:latin typeface="Arial"/>
                <a:ea typeface="Arial"/>
                <a:cs typeface="Arial"/>
              </a:defRPr>
            </a:pPr>
            <a:r>
              <a:rPr sz="1125" b="1">
                <a:solidFill>
                  <a:srgbClr val="3C7EEB"/>
                </a:solidFill>
                <a:latin typeface="Arial"/>
                <a:ea typeface="Arial"/>
                <a:cs typeface="Arial"/>
              </a:rPr>
              <a:t>VALUE TO TEST</a:t>
            </a:r>
          </a:p>
        </p:txBody>
      </p:sp>
      <p:sp>
        <p:nvSpPr>
          <p:cNvPr id="11" name="">
            <a:extLst xmlns:a="http://schemas.openxmlformats.org/drawingml/2006/main">
              <a:ext uri="{FF2B5EF4-FFF2-40B4-BE49-F238E27FC236}">
                <a16:creationId xmlns:a16="http://schemas.microsoft.com/office/drawing/2014/main" id="{487EA363-2043-452A-AC0F-0A1B456BC24C}"/>
              </a:ext>
            </a:extLst>
          </p:cNvPr>
          <p:cNvSpPr>
            <a:spLocks xmlns:a="http://schemas.openxmlformats.org/drawingml/2006/main" noGrp="1"/>
          </p:cNvSpPr>
          <p:nvPr/>
        </p:nvSpPr>
        <p:spPr>
          <a:xfrm xmlns:a="http://schemas.openxmlformats.org/drawingml/2006/main">
            <a:off x="7848600" y="2371725"/>
            <a:ext cx="3429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82231"/>
                </a:solidFill>
                <a:latin typeface="Arial"/>
                <a:ea typeface="Arial"/>
                <a:cs typeface="Arial"/>
              </a:defRPr>
            </a:defPPr>
            <a:lvl1pPr algn="l">
              <a:defRPr sz="2325" b="1">
                <a:solidFill>
                  <a:srgbClr val="182231"/>
                </a:solidFill>
                <a:latin typeface="Arial"/>
                <a:ea typeface="Arial"/>
                <a:cs typeface="Arial"/>
              </a:defRPr>
            </a:lvl1pPr>
            <a:lvl2pPr algn="l">
              <a:defRPr sz="2325" b="1">
                <a:solidFill>
                  <a:srgbClr val="182231"/>
                </a:solidFill>
                <a:latin typeface="Arial"/>
                <a:ea typeface="Arial"/>
                <a:cs typeface="Arial"/>
              </a:defRPr>
            </a:lvl2pPr>
            <a:lvl3pPr algn="l">
              <a:defRPr sz="2325" b="1">
                <a:solidFill>
                  <a:srgbClr val="182231"/>
                </a:solidFill>
                <a:latin typeface="Arial"/>
                <a:ea typeface="Arial"/>
                <a:cs typeface="Arial"/>
              </a:defRPr>
            </a:lvl3pPr>
            <a:lvl4pPr algn="l">
              <a:defRPr sz="2325" b="1">
                <a:solidFill>
                  <a:srgbClr val="182231"/>
                </a:solidFill>
                <a:latin typeface="Arial"/>
                <a:ea typeface="Arial"/>
                <a:cs typeface="Arial"/>
              </a:defRPr>
            </a:lvl4pPr>
            <a:lvl5pPr algn="l">
              <a:defRPr sz="2325" b="1">
                <a:solidFill>
                  <a:srgbClr val="182231"/>
                </a:solidFill>
                <a:latin typeface="Arial"/>
                <a:ea typeface="Arial"/>
                <a:cs typeface="Arial"/>
              </a:defRPr>
            </a:lvl5pPr>
            <a:lvl6pPr algn="l">
              <a:defRPr sz="2325" b="1">
                <a:solidFill>
                  <a:srgbClr val="182231"/>
                </a:solidFill>
                <a:latin typeface="Arial"/>
                <a:ea typeface="Arial"/>
                <a:cs typeface="Arial"/>
              </a:defRPr>
            </a:lvl6pPr>
            <a:lvl7pPr algn="l">
              <a:defRPr sz="2325" b="1">
                <a:solidFill>
                  <a:srgbClr val="182231"/>
                </a:solidFill>
                <a:latin typeface="Arial"/>
                <a:ea typeface="Arial"/>
                <a:cs typeface="Arial"/>
              </a:defRPr>
            </a:lvl7pPr>
            <a:lvl8pPr algn="l">
              <a:defRPr sz="2325" b="1">
                <a:solidFill>
                  <a:srgbClr val="182231"/>
                </a:solidFill>
                <a:latin typeface="Arial"/>
                <a:ea typeface="Arial"/>
                <a:cs typeface="Arial"/>
              </a:defRPr>
            </a:lvl8pPr>
            <a:lvl9pPr algn="l">
              <a:defRPr sz="2325" b="1">
                <a:solidFill>
                  <a:srgbClr val="182231"/>
                </a:solidFill>
                <a:latin typeface="Arial"/>
                <a:ea typeface="Arial"/>
                <a:cs typeface="Arial"/>
              </a:defRPr>
            </a:lvl9pPr>
          </a:lstStyle>
          <a:p xmlns:a="http://schemas.openxmlformats.org/drawingml/2006/main">
            <a:pPr algn="l">
              <a:defRPr sz="2325" b="1">
                <a:solidFill>
                  <a:srgbClr val="182231"/>
                </a:solidFill>
                <a:latin typeface="Arial"/>
                <a:ea typeface="Arial"/>
                <a:cs typeface="Arial"/>
              </a:defRPr>
            </a:pPr>
            <a:r>
              <a:rPr sz="2325" b="1">
                <a:solidFill>
                  <a:srgbClr val="182231"/>
                </a:solidFill>
                <a:latin typeface="Arial"/>
                <a:ea typeface="Arial"/>
                <a:cs typeface="Arial"/>
              </a:rPr>
              <a:t>More usable clips</a:t>
            </a:r>
          </a:p>
          <a:p xmlns:a="http://schemas.openxmlformats.org/drawingml/2006/main">
            <a:pPr algn="l">
              <a:defRPr sz="2325" b="1">
                <a:solidFill>
                  <a:srgbClr val="182231"/>
                </a:solidFill>
                <a:latin typeface="Arial"/>
                <a:ea typeface="Arial"/>
                <a:cs typeface="Arial"/>
              </a:defRPr>
            </a:pPr>
            <a:r>
              <a:rPr sz="2325" b="1">
                <a:solidFill>
                  <a:srgbClr val="182231"/>
                </a:solidFill>
                <a:latin typeface="Arial"/>
                <a:ea typeface="Arial"/>
                <a:cs typeface="Arial"/>
              </a:rPr>
              <a:t>from existing recordings</a:t>
            </a:r>
          </a:p>
        </p:txBody>
      </p:sp>
      <p:sp>
        <p:nvSpPr>
          <p:cNvPr id="12" name="">
            <a:extLst xmlns:a="http://schemas.openxmlformats.org/drawingml/2006/main">
              <a:ext uri="{FF2B5EF4-FFF2-40B4-BE49-F238E27FC236}">
                <a16:creationId xmlns:a16="http://schemas.microsoft.com/office/drawing/2014/main" id="{BFD8D357-F5E1-4189-8D25-65A504AB8EF3}"/>
              </a:ext>
            </a:extLst>
          </p:cNvPr>
          <p:cNvSpPr>
            <a:spLocks xmlns:a="http://schemas.openxmlformats.org/drawingml/2006/main" noGrp="1"/>
          </p:cNvSpPr>
          <p:nvPr/>
        </p:nvSpPr>
        <p:spPr>
          <a:xfrm xmlns:a="http://schemas.openxmlformats.org/drawingml/2006/main">
            <a:off x="7848600" y="3905250"/>
            <a:ext cx="3429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372"/>
                </a:solidFill>
                <a:latin typeface="Arial"/>
                <a:ea typeface="Arial"/>
                <a:cs typeface="Arial"/>
              </a:defRPr>
            </a:defPPr>
            <a:lvl1pPr algn="l">
              <a:defRPr sz="1800" b="0">
                <a:solidFill>
                  <a:srgbClr val="526372"/>
                </a:solidFill>
                <a:latin typeface="Arial"/>
                <a:ea typeface="Arial"/>
                <a:cs typeface="Arial"/>
              </a:defRPr>
            </a:lvl1pPr>
            <a:lvl2pPr algn="l">
              <a:defRPr sz="1800" b="0">
                <a:solidFill>
                  <a:srgbClr val="526372"/>
                </a:solidFill>
                <a:latin typeface="Arial"/>
                <a:ea typeface="Arial"/>
                <a:cs typeface="Arial"/>
              </a:defRPr>
            </a:lvl2pPr>
            <a:lvl3pPr algn="l">
              <a:defRPr sz="1800" b="0">
                <a:solidFill>
                  <a:srgbClr val="526372"/>
                </a:solidFill>
                <a:latin typeface="Arial"/>
                <a:ea typeface="Arial"/>
                <a:cs typeface="Arial"/>
              </a:defRPr>
            </a:lvl3pPr>
            <a:lvl4pPr algn="l">
              <a:defRPr sz="1800" b="0">
                <a:solidFill>
                  <a:srgbClr val="526372"/>
                </a:solidFill>
                <a:latin typeface="Arial"/>
                <a:ea typeface="Arial"/>
                <a:cs typeface="Arial"/>
              </a:defRPr>
            </a:lvl4pPr>
            <a:lvl5pPr algn="l">
              <a:defRPr sz="1800" b="0">
                <a:solidFill>
                  <a:srgbClr val="526372"/>
                </a:solidFill>
                <a:latin typeface="Arial"/>
                <a:ea typeface="Arial"/>
                <a:cs typeface="Arial"/>
              </a:defRPr>
            </a:lvl5pPr>
            <a:lvl6pPr algn="l">
              <a:defRPr sz="1800" b="0">
                <a:solidFill>
                  <a:srgbClr val="526372"/>
                </a:solidFill>
                <a:latin typeface="Arial"/>
                <a:ea typeface="Arial"/>
                <a:cs typeface="Arial"/>
              </a:defRPr>
            </a:lvl6pPr>
            <a:lvl7pPr algn="l">
              <a:defRPr sz="1800" b="0">
                <a:solidFill>
                  <a:srgbClr val="526372"/>
                </a:solidFill>
                <a:latin typeface="Arial"/>
                <a:ea typeface="Arial"/>
                <a:cs typeface="Arial"/>
              </a:defRPr>
            </a:lvl7pPr>
            <a:lvl8pPr algn="l">
              <a:defRPr sz="1800" b="0">
                <a:solidFill>
                  <a:srgbClr val="526372"/>
                </a:solidFill>
                <a:latin typeface="Arial"/>
                <a:ea typeface="Arial"/>
                <a:cs typeface="Arial"/>
              </a:defRPr>
            </a:lvl8pPr>
            <a:lvl9pPr algn="l">
              <a:defRPr sz="1800" b="0">
                <a:solidFill>
                  <a:srgbClr val="526372"/>
                </a:solidFill>
                <a:latin typeface="Arial"/>
                <a:ea typeface="Arial"/>
                <a:cs typeface="Arial"/>
              </a:defRPr>
            </a:lvl9pPr>
          </a:lstStyle>
          <a:p xmlns:a="http://schemas.openxmlformats.org/drawingml/2006/main">
            <a:pPr algn="l">
              <a:defRPr sz="1800" b="0">
                <a:solidFill>
                  <a:srgbClr val="526372"/>
                </a:solidFill>
                <a:latin typeface="Arial"/>
                <a:ea typeface="Arial"/>
                <a:cs typeface="Arial"/>
              </a:defRPr>
            </a:pPr>
            <a:r>
              <a:rPr sz="1800" b="0">
                <a:solidFill>
                  <a:srgbClr val="526372"/>
                </a:solidFill>
                <a:latin typeface="Arial"/>
                <a:ea typeface="Arial"/>
                <a:cs typeface="Arial"/>
              </a:rPr>
              <a:t>Fewer manual repairs</a:t>
            </a:r>
          </a:p>
          <a:p xmlns:a="http://schemas.openxmlformats.org/drawingml/2006/main">
            <a:pPr algn="l">
              <a:defRPr sz="1800" b="0">
                <a:solidFill>
                  <a:srgbClr val="526372"/>
                </a:solidFill>
                <a:latin typeface="Arial"/>
                <a:ea typeface="Arial"/>
                <a:cs typeface="Arial"/>
              </a:defRPr>
            </a:pPr>
            <a:r>
              <a:rPr sz="1800" b="0">
                <a:solidFill>
                  <a:srgbClr val="526372"/>
                </a:solidFill>
                <a:latin typeface="Arial"/>
                <a:ea typeface="Arial"/>
                <a:cs typeface="Arial"/>
              </a:rPr>
              <a:t>Clear source context</a:t>
            </a:r>
          </a:p>
          <a:p xmlns:a="http://schemas.openxmlformats.org/drawingml/2006/main">
            <a:pPr algn="l">
              <a:defRPr sz="1800" b="0">
                <a:solidFill>
                  <a:srgbClr val="526372"/>
                </a:solidFill>
                <a:latin typeface="Arial"/>
                <a:ea typeface="Arial"/>
                <a:cs typeface="Arial"/>
              </a:defRPr>
            </a:pPr>
            <a:r>
              <a:rPr sz="1800" b="0">
                <a:solidFill>
                  <a:srgbClr val="526372"/>
                </a:solidFill>
                <a:latin typeface="Arial"/>
                <a:ea typeface="Arial"/>
                <a:cs typeface="Arial"/>
              </a:rPr>
              <a:t>Control before publishing</a:t>
            </a:r>
          </a:p>
        </p:txBody>
      </p:sp>
    </p:spTree>
    <p:extLst>
      <p:ext uri="{BB962C8B-B14F-4D97-AF65-F5344CB8AC3E}">
        <p14:creationId xmlns:p14="http://schemas.microsoft.com/office/powerpoint/2010/main" val="595637179"/>
      </p:ext>
    </p:extLst>
  </p:cSld>
</p:sld>
</file>

<file path=ppt/slides/slide4.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D28C4A4-D171-4935-B1DB-E6057CDD3ECF}"/>
              </a:ext>
            </a:extLst>
          </p:cNvPr>
          <p:cNvSpPr>
            <a:spLocks xmlns:a="http://schemas.openxmlformats.org/drawingml/2006/main" noGrp="1"/>
          </p:cNvSpPr>
          <p:nvPr/>
        </p:nvSpPr>
        <p:spPr>
          <a:xfrm xmlns:a="http://schemas.openxmlformats.org/drawingml/2006/main">
            <a:off x="685800" y="59055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231"/>
                </a:solidFill>
                <a:latin typeface="Arial"/>
                <a:ea typeface="Arial"/>
                <a:cs typeface="Arial"/>
              </a:defRPr>
            </a:defPPr>
            <a:lvl1pPr algn="l">
              <a:defRPr sz="3300" b="1">
                <a:solidFill>
                  <a:srgbClr val="182231"/>
                </a:solidFill>
                <a:latin typeface="Arial"/>
                <a:ea typeface="Arial"/>
                <a:cs typeface="Arial"/>
              </a:defRPr>
            </a:lvl1pPr>
            <a:lvl2pPr algn="l">
              <a:defRPr sz="3300" b="1">
                <a:solidFill>
                  <a:srgbClr val="182231"/>
                </a:solidFill>
                <a:latin typeface="Arial"/>
                <a:ea typeface="Arial"/>
                <a:cs typeface="Arial"/>
              </a:defRPr>
            </a:lvl2pPr>
            <a:lvl3pPr algn="l">
              <a:defRPr sz="3300" b="1">
                <a:solidFill>
                  <a:srgbClr val="182231"/>
                </a:solidFill>
                <a:latin typeface="Arial"/>
                <a:ea typeface="Arial"/>
                <a:cs typeface="Arial"/>
              </a:defRPr>
            </a:lvl3pPr>
            <a:lvl4pPr algn="l">
              <a:defRPr sz="3300" b="1">
                <a:solidFill>
                  <a:srgbClr val="182231"/>
                </a:solidFill>
                <a:latin typeface="Arial"/>
                <a:ea typeface="Arial"/>
                <a:cs typeface="Arial"/>
              </a:defRPr>
            </a:lvl4pPr>
            <a:lvl5pPr algn="l">
              <a:defRPr sz="3300" b="1">
                <a:solidFill>
                  <a:srgbClr val="182231"/>
                </a:solidFill>
                <a:latin typeface="Arial"/>
                <a:ea typeface="Arial"/>
                <a:cs typeface="Arial"/>
              </a:defRPr>
            </a:lvl5pPr>
            <a:lvl6pPr algn="l">
              <a:defRPr sz="3300" b="1">
                <a:solidFill>
                  <a:srgbClr val="182231"/>
                </a:solidFill>
                <a:latin typeface="Arial"/>
                <a:ea typeface="Arial"/>
                <a:cs typeface="Arial"/>
              </a:defRPr>
            </a:lvl6pPr>
            <a:lvl7pPr algn="l">
              <a:defRPr sz="3300" b="1">
                <a:solidFill>
                  <a:srgbClr val="182231"/>
                </a:solidFill>
                <a:latin typeface="Arial"/>
                <a:ea typeface="Arial"/>
                <a:cs typeface="Arial"/>
              </a:defRPr>
            </a:lvl7pPr>
            <a:lvl8pPr algn="l">
              <a:defRPr sz="3300" b="1">
                <a:solidFill>
                  <a:srgbClr val="182231"/>
                </a:solidFill>
                <a:latin typeface="Arial"/>
                <a:ea typeface="Arial"/>
                <a:cs typeface="Arial"/>
              </a:defRPr>
            </a:lvl8pPr>
            <a:lvl9pPr algn="l">
              <a:defRPr sz="3300" b="1">
                <a:solidFill>
                  <a:srgbClr val="182231"/>
                </a:solidFill>
                <a:latin typeface="Arial"/>
                <a:ea typeface="Arial"/>
                <a:cs typeface="Arial"/>
              </a:defRPr>
            </a:lvl9pPr>
          </a:lstStyle>
          <a:p xmlns:a="http://schemas.openxmlformats.org/drawingml/2006/main">
            <a:pPr algn="l">
              <a:defRPr sz="3300" b="1">
                <a:solidFill>
                  <a:srgbClr val="182231"/>
                </a:solidFill>
                <a:latin typeface="Arial"/>
                <a:ea typeface="Arial"/>
                <a:cs typeface="Arial"/>
              </a:defRPr>
            </a:pPr>
            <a:r>
              <a:rPr sz="3300" b="1">
                <a:solidFill>
                  <a:srgbClr val="182231"/>
                </a:solidFill>
                <a:latin typeface="Arial"/>
                <a:ea typeface="Arial"/>
                <a:cs typeface="Arial"/>
              </a:rPr>
              <a:t>A working path from import to export</a:t>
            </a:r>
          </a:p>
        </p:txBody>
      </p:sp>
      <p:sp>
        <p:nvSpPr>
          <p:cNvPr id="3" name="">
            <a:extLst xmlns:a="http://schemas.openxmlformats.org/drawingml/2006/main">
              <a:ext uri="{FF2B5EF4-FFF2-40B4-BE49-F238E27FC236}">
                <a16:creationId xmlns:a16="http://schemas.microsoft.com/office/drawing/2014/main" id="{522155A3-68A2-4423-86D2-430F84B3D58C}"/>
              </a:ext>
            </a:extLst>
          </p:cNvPr>
          <p:cNvSpPr>
            <a:spLocks xmlns:a="http://schemas.openxmlformats.org/drawingml/2006/main" noGrp="1"/>
          </p:cNvSpPr>
          <p:nvPr/>
        </p:nvSpPr>
        <p:spPr>
          <a:xfrm xmlns:a="http://schemas.openxmlformats.org/drawingml/2006/main">
            <a:off x="685800" y="6324600"/>
            <a:ext cx="10820400" cy="9525"/>
          </a:xfrm>
          <a:prstGeom xmlns:a="http://schemas.openxmlformats.org/drawingml/2006/main" prst="rect">
            <a:avLst/>
          </a:prstGeom>
          <a:solidFill xmlns:a="http://schemas.openxmlformats.org/drawingml/2006/main">
            <a:srgbClr val="D9DFD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CCFC726-6706-4BB7-9EE1-D5E4D7B52A42}"/>
              </a:ext>
            </a:extLst>
          </p:cNvPr>
          <p:cNvSpPr>
            <a:spLocks xmlns:a="http://schemas.openxmlformats.org/drawingml/2006/main" noGrp="1"/>
          </p:cNvSpPr>
          <p:nvPr/>
        </p:nvSpPr>
        <p:spPr>
          <a:xfrm xmlns:a="http://schemas.openxmlformats.org/drawingml/2006/main">
            <a:off x="685800" y="647700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87783"/>
                </a:solidFill>
                <a:latin typeface="Arial"/>
                <a:ea typeface="Arial"/>
                <a:cs typeface="Arial"/>
              </a:defRPr>
            </a:defPPr>
            <a:lvl1pPr algn="l">
              <a:defRPr sz="1050" b="1">
                <a:solidFill>
                  <a:srgbClr val="687783"/>
                </a:solidFill>
                <a:latin typeface="Arial"/>
                <a:ea typeface="Arial"/>
                <a:cs typeface="Arial"/>
              </a:defRPr>
            </a:lvl1pPr>
            <a:lvl2pPr algn="l">
              <a:defRPr sz="1050" b="1">
                <a:solidFill>
                  <a:srgbClr val="687783"/>
                </a:solidFill>
                <a:latin typeface="Arial"/>
                <a:ea typeface="Arial"/>
                <a:cs typeface="Arial"/>
              </a:defRPr>
            </a:lvl2pPr>
            <a:lvl3pPr algn="l">
              <a:defRPr sz="1050" b="1">
                <a:solidFill>
                  <a:srgbClr val="687783"/>
                </a:solidFill>
                <a:latin typeface="Arial"/>
                <a:ea typeface="Arial"/>
                <a:cs typeface="Arial"/>
              </a:defRPr>
            </a:lvl3pPr>
            <a:lvl4pPr algn="l">
              <a:defRPr sz="1050" b="1">
                <a:solidFill>
                  <a:srgbClr val="687783"/>
                </a:solidFill>
                <a:latin typeface="Arial"/>
                <a:ea typeface="Arial"/>
                <a:cs typeface="Arial"/>
              </a:defRPr>
            </a:lvl4pPr>
            <a:lvl5pPr algn="l">
              <a:defRPr sz="1050" b="1">
                <a:solidFill>
                  <a:srgbClr val="687783"/>
                </a:solidFill>
                <a:latin typeface="Arial"/>
                <a:ea typeface="Arial"/>
                <a:cs typeface="Arial"/>
              </a:defRPr>
            </a:lvl5pPr>
            <a:lvl6pPr algn="l">
              <a:defRPr sz="1050" b="1">
                <a:solidFill>
                  <a:srgbClr val="687783"/>
                </a:solidFill>
                <a:latin typeface="Arial"/>
                <a:ea typeface="Arial"/>
                <a:cs typeface="Arial"/>
              </a:defRPr>
            </a:lvl6pPr>
            <a:lvl7pPr algn="l">
              <a:defRPr sz="1050" b="1">
                <a:solidFill>
                  <a:srgbClr val="687783"/>
                </a:solidFill>
                <a:latin typeface="Arial"/>
                <a:ea typeface="Arial"/>
                <a:cs typeface="Arial"/>
              </a:defRPr>
            </a:lvl7pPr>
            <a:lvl8pPr algn="l">
              <a:defRPr sz="1050" b="1">
                <a:solidFill>
                  <a:srgbClr val="687783"/>
                </a:solidFill>
                <a:latin typeface="Arial"/>
                <a:ea typeface="Arial"/>
                <a:cs typeface="Arial"/>
              </a:defRPr>
            </a:lvl8pPr>
            <a:lvl9pPr algn="l">
              <a:defRPr sz="1050" b="1">
                <a:solidFill>
                  <a:srgbClr val="687783"/>
                </a:solidFill>
                <a:latin typeface="Arial"/>
                <a:ea typeface="Arial"/>
                <a:cs typeface="Arial"/>
              </a:defRPr>
            </a:lvl9pPr>
          </a:lstStyle>
          <a:p xmlns:a="http://schemas.openxmlformats.org/drawingml/2006/main">
            <a:pPr algn="l">
              <a:defRPr sz="1050" b="1">
                <a:solidFill>
                  <a:srgbClr val="687783"/>
                </a:solidFill>
                <a:latin typeface="Arial"/>
                <a:ea typeface="Arial"/>
                <a:cs typeface="Arial"/>
              </a:defRPr>
            </a:pPr>
            <a:r>
              <a:rPr sz="1050" b="1">
                <a:solidFill>
                  <a:srgbClr val="687783"/>
                </a:solidFill>
                <a:latin typeface="Arial"/>
                <a:ea typeface="Arial"/>
                <a:cs typeface="Arial"/>
              </a:rPr>
              <a:t>FRAMECRAFT</a:t>
            </a:r>
          </a:p>
        </p:txBody>
      </p:sp>
      <p:sp>
        <p:nvSpPr>
          <p:cNvPr id="5" name="">
            <a:extLst xmlns:a="http://schemas.openxmlformats.org/drawingml/2006/main">
              <a:ext uri="{FF2B5EF4-FFF2-40B4-BE49-F238E27FC236}">
                <a16:creationId xmlns:a16="http://schemas.microsoft.com/office/drawing/2014/main" id="{EECA78D0-6A8B-4289-91D3-93305CD5EC32}"/>
              </a:ext>
            </a:extLst>
          </p:cNvPr>
          <p:cNvSpPr>
            <a:spLocks xmlns:a="http://schemas.openxmlformats.org/drawingml/2006/main" noGrp="1"/>
          </p:cNvSpPr>
          <p:nvPr/>
        </p:nvSpPr>
        <p:spPr>
          <a:xfrm xmlns:a="http://schemas.openxmlformats.org/drawingml/2006/main">
            <a:off x="10953750" y="64770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87783"/>
                </a:solidFill>
                <a:latin typeface="Arial"/>
                <a:ea typeface="Arial"/>
                <a:cs typeface="Arial"/>
              </a:defRPr>
            </a:defPPr>
            <a:lvl1pPr algn="r">
              <a:defRPr sz="1050" b="0">
                <a:solidFill>
                  <a:srgbClr val="687783"/>
                </a:solidFill>
                <a:latin typeface="Arial"/>
                <a:ea typeface="Arial"/>
                <a:cs typeface="Arial"/>
              </a:defRPr>
            </a:lvl1pPr>
            <a:lvl2pPr algn="r">
              <a:defRPr sz="1050" b="0">
                <a:solidFill>
                  <a:srgbClr val="687783"/>
                </a:solidFill>
                <a:latin typeface="Arial"/>
                <a:ea typeface="Arial"/>
                <a:cs typeface="Arial"/>
              </a:defRPr>
            </a:lvl2pPr>
            <a:lvl3pPr algn="r">
              <a:defRPr sz="1050" b="0">
                <a:solidFill>
                  <a:srgbClr val="687783"/>
                </a:solidFill>
                <a:latin typeface="Arial"/>
                <a:ea typeface="Arial"/>
                <a:cs typeface="Arial"/>
              </a:defRPr>
            </a:lvl3pPr>
            <a:lvl4pPr algn="r">
              <a:defRPr sz="1050" b="0">
                <a:solidFill>
                  <a:srgbClr val="687783"/>
                </a:solidFill>
                <a:latin typeface="Arial"/>
                <a:ea typeface="Arial"/>
                <a:cs typeface="Arial"/>
              </a:defRPr>
            </a:lvl4pPr>
            <a:lvl5pPr algn="r">
              <a:defRPr sz="1050" b="0">
                <a:solidFill>
                  <a:srgbClr val="687783"/>
                </a:solidFill>
                <a:latin typeface="Arial"/>
                <a:ea typeface="Arial"/>
                <a:cs typeface="Arial"/>
              </a:defRPr>
            </a:lvl5pPr>
            <a:lvl6pPr algn="r">
              <a:defRPr sz="1050" b="0">
                <a:solidFill>
                  <a:srgbClr val="687783"/>
                </a:solidFill>
                <a:latin typeface="Arial"/>
                <a:ea typeface="Arial"/>
                <a:cs typeface="Arial"/>
              </a:defRPr>
            </a:lvl6pPr>
            <a:lvl7pPr algn="r">
              <a:defRPr sz="1050" b="0">
                <a:solidFill>
                  <a:srgbClr val="687783"/>
                </a:solidFill>
                <a:latin typeface="Arial"/>
                <a:ea typeface="Arial"/>
                <a:cs typeface="Arial"/>
              </a:defRPr>
            </a:lvl7pPr>
            <a:lvl8pPr algn="r">
              <a:defRPr sz="1050" b="0">
                <a:solidFill>
                  <a:srgbClr val="687783"/>
                </a:solidFill>
                <a:latin typeface="Arial"/>
                <a:ea typeface="Arial"/>
                <a:cs typeface="Arial"/>
              </a:defRPr>
            </a:lvl8pPr>
            <a:lvl9pPr algn="r">
              <a:defRPr sz="1050" b="0">
                <a:solidFill>
                  <a:srgbClr val="687783"/>
                </a:solidFill>
                <a:latin typeface="Arial"/>
                <a:ea typeface="Arial"/>
                <a:cs typeface="Arial"/>
              </a:defRPr>
            </a:lvl9pPr>
          </a:lstStyle>
          <a:p xmlns:a="http://schemas.openxmlformats.org/drawingml/2006/main">
            <a:pPr algn="r">
              <a:defRPr sz="1050" b="0">
                <a:solidFill>
                  <a:srgbClr val="687783"/>
                </a:solidFill>
                <a:latin typeface="Arial"/>
                <a:ea typeface="Arial"/>
                <a:cs typeface="Arial"/>
              </a:defRPr>
            </a:pPr>
            <a:r>
              <a:rPr sz="1050" b="0">
                <a:solidFill>
                  <a:srgbClr val="687783"/>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E4B96BA9-A5AB-47DA-A9E1-89D955B09141}"/>
              </a:ext>
            </a:extLst>
          </p:cNvPr>
          <p:cNvSpPr>
            <a:spLocks xmlns:a="http://schemas.openxmlformats.org/drawingml/2006/main" noGrp="1"/>
          </p:cNvSpPr>
          <p:nvPr/>
        </p:nvSpPr>
        <p:spPr>
          <a:xfrm xmlns:a="http://schemas.openxmlformats.org/drawingml/2006/main">
            <a:off x="685800" y="1752600"/>
            <a:ext cx="971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82231"/>
                </a:solidFill>
                <a:latin typeface="Arial"/>
                <a:ea typeface="Arial"/>
                <a:cs typeface="Arial"/>
              </a:defRPr>
            </a:defPPr>
            <a:lvl1pPr algn="l">
              <a:defRPr sz="2250" b="0">
                <a:solidFill>
                  <a:srgbClr val="182231"/>
                </a:solidFill>
                <a:latin typeface="Arial"/>
                <a:ea typeface="Arial"/>
                <a:cs typeface="Arial"/>
              </a:defRPr>
            </a:lvl1pPr>
            <a:lvl2pPr algn="l">
              <a:defRPr sz="2250" b="0">
                <a:solidFill>
                  <a:srgbClr val="182231"/>
                </a:solidFill>
                <a:latin typeface="Arial"/>
                <a:ea typeface="Arial"/>
                <a:cs typeface="Arial"/>
              </a:defRPr>
            </a:lvl2pPr>
            <a:lvl3pPr algn="l">
              <a:defRPr sz="2250" b="0">
                <a:solidFill>
                  <a:srgbClr val="182231"/>
                </a:solidFill>
                <a:latin typeface="Arial"/>
                <a:ea typeface="Arial"/>
                <a:cs typeface="Arial"/>
              </a:defRPr>
            </a:lvl3pPr>
            <a:lvl4pPr algn="l">
              <a:defRPr sz="2250" b="0">
                <a:solidFill>
                  <a:srgbClr val="182231"/>
                </a:solidFill>
                <a:latin typeface="Arial"/>
                <a:ea typeface="Arial"/>
                <a:cs typeface="Arial"/>
              </a:defRPr>
            </a:lvl4pPr>
            <a:lvl5pPr algn="l">
              <a:defRPr sz="2250" b="0">
                <a:solidFill>
                  <a:srgbClr val="182231"/>
                </a:solidFill>
                <a:latin typeface="Arial"/>
                <a:ea typeface="Arial"/>
                <a:cs typeface="Arial"/>
              </a:defRPr>
            </a:lvl5pPr>
            <a:lvl6pPr algn="l">
              <a:defRPr sz="2250" b="0">
                <a:solidFill>
                  <a:srgbClr val="182231"/>
                </a:solidFill>
                <a:latin typeface="Arial"/>
                <a:ea typeface="Arial"/>
                <a:cs typeface="Arial"/>
              </a:defRPr>
            </a:lvl6pPr>
            <a:lvl7pPr algn="l">
              <a:defRPr sz="2250" b="0">
                <a:solidFill>
                  <a:srgbClr val="182231"/>
                </a:solidFill>
                <a:latin typeface="Arial"/>
                <a:ea typeface="Arial"/>
                <a:cs typeface="Arial"/>
              </a:defRPr>
            </a:lvl7pPr>
            <a:lvl8pPr algn="l">
              <a:defRPr sz="2250" b="0">
                <a:solidFill>
                  <a:srgbClr val="182231"/>
                </a:solidFill>
                <a:latin typeface="Arial"/>
                <a:ea typeface="Arial"/>
                <a:cs typeface="Arial"/>
              </a:defRPr>
            </a:lvl8pPr>
            <a:lvl9pPr algn="l">
              <a:defRPr sz="2250" b="0">
                <a:solidFill>
                  <a:srgbClr val="182231"/>
                </a:solidFill>
                <a:latin typeface="Arial"/>
                <a:ea typeface="Arial"/>
                <a:cs typeface="Arial"/>
              </a:defRPr>
            </a:lvl9pPr>
          </a:lstStyle>
          <a:p xmlns:a="http://schemas.openxmlformats.org/drawingml/2006/main">
            <a:pPr algn="l">
              <a:defRPr sz="2250" b="0">
                <a:solidFill>
                  <a:srgbClr val="182231"/>
                </a:solidFill>
                <a:latin typeface="Arial"/>
                <a:ea typeface="Arial"/>
                <a:cs typeface="Arial"/>
              </a:defRPr>
            </a:pPr>
            <a:r>
              <a:rPr sz="2250" b="0">
                <a:solidFill>
                  <a:srgbClr val="182231"/>
                </a:solidFill>
                <a:latin typeface="Arial"/>
                <a:ea typeface="Arial"/>
                <a:cs typeface="Arial"/>
              </a:rPr>
              <a:t>Framecraft finds candidate moments, explains its ranking and keeps the edit in the creator’s hands.</a:t>
            </a:r>
          </a:p>
        </p:txBody>
      </p:sp>
      <p:pic>
        <p:nvPicPr>
          <p:cNvPr id="7" name="">
            <a:extLst xmlns:a="http://schemas.openxmlformats.org/drawingml/2006/main">
              <a:ext uri="{FF2B5EF4-FFF2-40B4-BE49-F238E27FC236}">
                <a16:creationId xmlns:a16="http://schemas.microsoft.com/office/drawing/2014/main" id="{A737CFF0-B5D6-4359-8E44-F81C337C2FB9}"/>
              </a:ext>
            </a:extLst>
          </p:cNvPr>
          <p:cNvPicPr>
            <a:picLocks xmlns:a="http://schemas.openxmlformats.org/drawingml/2006/main" noChangeAspect="1"/>
          </p:cNvPicPr>
          <p:nvPr/>
        </p:nvPicPr>
        <p:blipFill>
          <a:blip xmlns:r="http://schemas.openxmlformats.org/officeDocument/2006/relationships" xmlns:a="http://schemas.openxmlformats.org/drawingml/2006/main" r:embed="R031049cbb9fd48ba"/>
          <a:stretch xmlns:a="http://schemas.openxmlformats.org/drawingml/2006/main"/>
        </p:blipFill>
        <p:spPr>
          <a:xfrm xmlns:a="http://schemas.openxmlformats.org/drawingml/2006/main">
            <a:off x="5575392" y="2647950"/>
            <a:ext cx="4717866" cy="32861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F97695C3-ED73-4449-9DC9-B0F354B8A390}"/>
              </a:ext>
            </a:extLst>
          </p:cNvPr>
          <p:cNvSpPr>
            <a:spLocks xmlns:a="http://schemas.openxmlformats.org/drawingml/2006/main" noGrp="1"/>
          </p:cNvSpPr>
          <p:nvPr/>
        </p:nvSpPr>
        <p:spPr>
          <a:xfrm xmlns:a="http://schemas.openxmlformats.org/drawingml/2006/main">
            <a:off x="685800" y="283845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3C7EEB"/>
                </a:solidFill>
                <a:latin typeface="Arial"/>
                <a:ea typeface="Arial"/>
                <a:cs typeface="Arial"/>
              </a:defRPr>
            </a:defPPr>
            <a:lvl1pPr algn="l">
              <a:defRPr sz="1125" b="1">
                <a:solidFill>
                  <a:srgbClr val="3C7EEB"/>
                </a:solidFill>
                <a:latin typeface="Arial"/>
                <a:ea typeface="Arial"/>
                <a:cs typeface="Arial"/>
              </a:defRPr>
            </a:lvl1pPr>
            <a:lvl2pPr algn="l">
              <a:defRPr sz="1125" b="1">
                <a:solidFill>
                  <a:srgbClr val="3C7EEB"/>
                </a:solidFill>
                <a:latin typeface="Arial"/>
                <a:ea typeface="Arial"/>
                <a:cs typeface="Arial"/>
              </a:defRPr>
            </a:lvl2pPr>
            <a:lvl3pPr algn="l">
              <a:defRPr sz="1125" b="1">
                <a:solidFill>
                  <a:srgbClr val="3C7EEB"/>
                </a:solidFill>
                <a:latin typeface="Arial"/>
                <a:ea typeface="Arial"/>
                <a:cs typeface="Arial"/>
              </a:defRPr>
            </a:lvl3pPr>
            <a:lvl4pPr algn="l">
              <a:defRPr sz="1125" b="1">
                <a:solidFill>
                  <a:srgbClr val="3C7EEB"/>
                </a:solidFill>
                <a:latin typeface="Arial"/>
                <a:ea typeface="Arial"/>
                <a:cs typeface="Arial"/>
              </a:defRPr>
            </a:lvl4pPr>
            <a:lvl5pPr algn="l">
              <a:defRPr sz="1125" b="1">
                <a:solidFill>
                  <a:srgbClr val="3C7EEB"/>
                </a:solidFill>
                <a:latin typeface="Arial"/>
                <a:ea typeface="Arial"/>
                <a:cs typeface="Arial"/>
              </a:defRPr>
            </a:lvl5pPr>
            <a:lvl6pPr algn="l">
              <a:defRPr sz="1125" b="1">
                <a:solidFill>
                  <a:srgbClr val="3C7EEB"/>
                </a:solidFill>
                <a:latin typeface="Arial"/>
                <a:ea typeface="Arial"/>
                <a:cs typeface="Arial"/>
              </a:defRPr>
            </a:lvl6pPr>
            <a:lvl7pPr algn="l">
              <a:defRPr sz="1125" b="1">
                <a:solidFill>
                  <a:srgbClr val="3C7EEB"/>
                </a:solidFill>
                <a:latin typeface="Arial"/>
                <a:ea typeface="Arial"/>
                <a:cs typeface="Arial"/>
              </a:defRPr>
            </a:lvl7pPr>
            <a:lvl8pPr algn="l">
              <a:defRPr sz="1125" b="1">
                <a:solidFill>
                  <a:srgbClr val="3C7EEB"/>
                </a:solidFill>
                <a:latin typeface="Arial"/>
                <a:ea typeface="Arial"/>
                <a:cs typeface="Arial"/>
              </a:defRPr>
            </a:lvl8pPr>
            <a:lvl9pPr algn="l">
              <a:defRPr sz="1125" b="1">
                <a:solidFill>
                  <a:srgbClr val="3C7EEB"/>
                </a:solidFill>
                <a:latin typeface="Arial"/>
                <a:ea typeface="Arial"/>
                <a:cs typeface="Arial"/>
              </a:defRPr>
            </a:lvl9pPr>
          </a:lstStyle>
          <a:p xmlns:a="http://schemas.openxmlformats.org/drawingml/2006/main">
            <a:pPr algn="l">
              <a:defRPr sz="1125" b="1">
                <a:solidFill>
                  <a:srgbClr val="3C7EEB"/>
                </a:solidFill>
                <a:latin typeface="Arial"/>
                <a:ea typeface="Arial"/>
                <a:cs typeface="Arial"/>
              </a:defRPr>
            </a:pPr>
            <a:r>
              <a:rPr sz="1125" b="1">
                <a:solidFill>
                  <a:srgbClr val="3C7EEB"/>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425E3DC1-AE4A-406C-8951-ABE4F4E0BEFE}"/>
              </a:ext>
            </a:extLst>
          </p:cNvPr>
          <p:cNvSpPr>
            <a:spLocks xmlns:a="http://schemas.openxmlformats.org/drawingml/2006/main" noGrp="1"/>
          </p:cNvSpPr>
          <p:nvPr/>
        </p:nvSpPr>
        <p:spPr>
          <a:xfrm xmlns:a="http://schemas.openxmlformats.org/drawingml/2006/main">
            <a:off x="685800" y="3200400"/>
            <a:ext cx="304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82231"/>
                </a:solidFill>
                <a:latin typeface="Arial"/>
                <a:ea typeface="Arial"/>
                <a:cs typeface="Arial"/>
              </a:defRPr>
            </a:defPPr>
            <a:lvl1pPr algn="l">
              <a:defRPr sz="2175" b="1">
                <a:solidFill>
                  <a:srgbClr val="182231"/>
                </a:solidFill>
                <a:latin typeface="Arial"/>
                <a:ea typeface="Arial"/>
                <a:cs typeface="Arial"/>
              </a:defRPr>
            </a:lvl1pPr>
            <a:lvl2pPr algn="l">
              <a:defRPr sz="2175" b="1">
                <a:solidFill>
                  <a:srgbClr val="182231"/>
                </a:solidFill>
                <a:latin typeface="Arial"/>
                <a:ea typeface="Arial"/>
                <a:cs typeface="Arial"/>
              </a:defRPr>
            </a:lvl2pPr>
            <a:lvl3pPr algn="l">
              <a:defRPr sz="2175" b="1">
                <a:solidFill>
                  <a:srgbClr val="182231"/>
                </a:solidFill>
                <a:latin typeface="Arial"/>
                <a:ea typeface="Arial"/>
                <a:cs typeface="Arial"/>
              </a:defRPr>
            </a:lvl3pPr>
            <a:lvl4pPr algn="l">
              <a:defRPr sz="2175" b="1">
                <a:solidFill>
                  <a:srgbClr val="182231"/>
                </a:solidFill>
                <a:latin typeface="Arial"/>
                <a:ea typeface="Arial"/>
                <a:cs typeface="Arial"/>
              </a:defRPr>
            </a:lvl4pPr>
            <a:lvl5pPr algn="l">
              <a:defRPr sz="2175" b="1">
                <a:solidFill>
                  <a:srgbClr val="182231"/>
                </a:solidFill>
                <a:latin typeface="Arial"/>
                <a:ea typeface="Arial"/>
                <a:cs typeface="Arial"/>
              </a:defRPr>
            </a:lvl5pPr>
            <a:lvl6pPr algn="l">
              <a:defRPr sz="2175" b="1">
                <a:solidFill>
                  <a:srgbClr val="182231"/>
                </a:solidFill>
                <a:latin typeface="Arial"/>
                <a:ea typeface="Arial"/>
                <a:cs typeface="Arial"/>
              </a:defRPr>
            </a:lvl6pPr>
            <a:lvl7pPr algn="l">
              <a:defRPr sz="2175" b="1">
                <a:solidFill>
                  <a:srgbClr val="182231"/>
                </a:solidFill>
                <a:latin typeface="Arial"/>
                <a:ea typeface="Arial"/>
                <a:cs typeface="Arial"/>
              </a:defRPr>
            </a:lvl7pPr>
            <a:lvl8pPr algn="l">
              <a:defRPr sz="2175" b="1">
                <a:solidFill>
                  <a:srgbClr val="182231"/>
                </a:solidFill>
                <a:latin typeface="Arial"/>
                <a:ea typeface="Arial"/>
                <a:cs typeface="Arial"/>
              </a:defRPr>
            </a:lvl8pPr>
            <a:lvl9pPr algn="l">
              <a:defRPr sz="2175" b="1">
                <a:solidFill>
                  <a:srgbClr val="182231"/>
                </a:solidFill>
                <a:latin typeface="Arial"/>
                <a:ea typeface="Arial"/>
                <a:cs typeface="Arial"/>
              </a:defRPr>
            </a:lvl9pPr>
          </a:lstStyle>
          <a:p xmlns:a="http://schemas.openxmlformats.org/drawingml/2006/main">
            <a:pPr algn="l">
              <a:defRPr sz="2175" b="1">
                <a:solidFill>
                  <a:srgbClr val="182231"/>
                </a:solidFill>
                <a:latin typeface="Arial"/>
                <a:ea typeface="Arial"/>
                <a:cs typeface="Arial"/>
              </a:defRPr>
            </a:pPr>
            <a:r>
              <a:rPr sz="2175" b="1">
                <a:solidFill>
                  <a:srgbClr val="182231"/>
                </a:solidFill>
                <a:latin typeface="Arial"/>
                <a:ea typeface="Arial"/>
                <a:cs typeface="Arial"/>
              </a:rPr>
              <a:t>Import and analyze</a:t>
            </a:r>
          </a:p>
        </p:txBody>
      </p:sp>
      <p:sp>
        <p:nvSpPr>
          <p:cNvPr id="10" name="">
            <a:extLst xmlns:a="http://schemas.openxmlformats.org/drawingml/2006/main">
              <a:ext uri="{FF2B5EF4-FFF2-40B4-BE49-F238E27FC236}">
                <a16:creationId xmlns:a16="http://schemas.microsoft.com/office/drawing/2014/main" id="{A68753EA-D1DA-4932-AEEA-B50671BC8E31}"/>
              </a:ext>
            </a:extLst>
          </p:cNvPr>
          <p:cNvSpPr>
            <a:spLocks xmlns:a="http://schemas.openxmlformats.org/drawingml/2006/main" noGrp="1"/>
          </p:cNvSpPr>
          <p:nvPr/>
        </p:nvSpPr>
        <p:spPr>
          <a:xfrm xmlns:a="http://schemas.openxmlformats.org/drawingml/2006/main">
            <a:off x="685800" y="3924300"/>
            <a:ext cx="3048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372"/>
                </a:solidFill>
                <a:latin typeface="Arial"/>
                <a:ea typeface="Arial"/>
                <a:cs typeface="Arial"/>
              </a:defRPr>
            </a:defPPr>
            <a:lvl1pPr algn="l">
              <a:defRPr sz="1575" b="0">
                <a:solidFill>
                  <a:srgbClr val="526372"/>
                </a:solidFill>
                <a:latin typeface="Arial"/>
                <a:ea typeface="Arial"/>
                <a:cs typeface="Arial"/>
              </a:defRPr>
            </a:lvl1pPr>
            <a:lvl2pPr algn="l">
              <a:defRPr sz="1575" b="0">
                <a:solidFill>
                  <a:srgbClr val="526372"/>
                </a:solidFill>
                <a:latin typeface="Arial"/>
                <a:ea typeface="Arial"/>
                <a:cs typeface="Arial"/>
              </a:defRPr>
            </a:lvl2pPr>
            <a:lvl3pPr algn="l">
              <a:defRPr sz="1575" b="0">
                <a:solidFill>
                  <a:srgbClr val="526372"/>
                </a:solidFill>
                <a:latin typeface="Arial"/>
                <a:ea typeface="Arial"/>
                <a:cs typeface="Arial"/>
              </a:defRPr>
            </a:lvl3pPr>
            <a:lvl4pPr algn="l">
              <a:defRPr sz="1575" b="0">
                <a:solidFill>
                  <a:srgbClr val="526372"/>
                </a:solidFill>
                <a:latin typeface="Arial"/>
                <a:ea typeface="Arial"/>
                <a:cs typeface="Arial"/>
              </a:defRPr>
            </a:lvl4pPr>
            <a:lvl5pPr algn="l">
              <a:defRPr sz="1575" b="0">
                <a:solidFill>
                  <a:srgbClr val="526372"/>
                </a:solidFill>
                <a:latin typeface="Arial"/>
                <a:ea typeface="Arial"/>
                <a:cs typeface="Arial"/>
              </a:defRPr>
            </a:lvl5pPr>
            <a:lvl6pPr algn="l">
              <a:defRPr sz="1575" b="0">
                <a:solidFill>
                  <a:srgbClr val="526372"/>
                </a:solidFill>
                <a:latin typeface="Arial"/>
                <a:ea typeface="Arial"/>
                <a:cs typeface="Arial"/>
              </a:defRPr>
            </a:lvl6pPr>
            <a:lvl7pPr algn="l">
              <a:defRPr sz="1575" b="0">
                <a:solidFill>
                  <a:srgbClr val="526372"/>
                </a:solidFill>
                <a:latin typeface="Arial"/>
                <a:ea typeface="Arial"/>
                <a:cs typeface="Arial"/>
              </a:defRPr>
            </a:lvl7pPr>
            <a:lvl8pPr algn="l">
              <a:defRPr sz="1575" b="0">
                <a:solidFill>
                  <a:srgbClr val="526372"/>
                </a:solidFill>
                <a:latin typeface="Arial"/>
                <a:ea typeface="Arial"/>
                <a:cs typeface="Arial"/>
              </a:defRPr>
            </a:lvl8pPr>
            <a:lvl9pPr algn="l">
              <a:defRPr sz="1575" b="0">
                <a:solidFill>
                  <a:srgbClr val="526372"/>
                </a:solidFill>
                <a:latin typeface="Arial"/>
                <a:ea typeface="Arial"/>
                <a:cs typeface="Arial"/>
              </a:defRPr>
            </a:lvl9pPr>
          </a:lstStyle>
          <a:p xmlns:a="http://schemas.openxmlformats.org/drawingml/2006/main">
            <a:pPr algn="l">
              <a:defRPr sz="1575" b="0">
                <a:solidFill>
                  <a:srgbClr val="526372"/>
                </a:solidFill>
                <a:latin typeface="Arial"/>
                <a:ea typeface="Arial"/>
                <a:cs typeface="Arial"/>
              </a:defRPr>
            </a:pPr>
            <a:r>
              <a:rPr sz="1575" b="0">
                <a:solidFill>
                  <a:srgbClr val="526372"/>
                </a:solidFill>
                <a:latin typeface="Arial"/>
                <a:ea typeface="Arial"/>
                <a:cs typeface="Arial"/>
              </a:rPr>
              <a:t>Authorized files or supported connections feed a durable local pipeline.</a:t>
            </a:r>
          </a:p>
        </p:txBody>
      </p:sp>
      <p:sp>
        <p:nvSpPr>
          <p:cNvPr id="11" name="">
            <a:extLst xmlns:a="http://schemas.openxmlformats.org/drawingml/2006/main">
              <a:ext uri="{FF2B5EF4-FFF2-40B4-BE49-F238E27FC236}">
                <a16:creationId xmlns:a16="http://schemas.microsoft.com/office/drawing/2014/main" id="{6B3DBC0F-49FA-4127-9964-D369511C281B}"/>
              </a:ext>
            </a:extLst>
          </p:cNvPr>
          <p:cNvSpPr>
            <a:spLocks xmlns:a="http://schemas.openxmlformats.org/drawingml/2006/main" noGrp="1"/>
          </p:cNvSpPr>
          <p:nvPr/>
        </p:nvSpPr>
        <p:spPr>
          <a:xfrm xmlns:a="http://schemas.openxmlformats.org/drawingml/2006/main">
            <a:off x="685800" y="58102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3C7EEB"/>
                </a:solidFill>
                <a:latin typeface="Arial"/>
                <a:ea typeface="Arial"/>
                <a:cs typeface="Arial"/>
              </a:defRPr>
            </a:defPPr>
            <a:lvl1pPr algn="l">
              <a:defRPr sz="1575" b="1">
                <a:solidFill>
                  <a:srgbClr val="3C7EEB"/>
                </a:solidFill>
                <a:latin typeface="Arial"/>
                <a:ea typeface="Arial"/>
                <a:cs typeface="Arial"/>
              </a:defRPr>
            </a:lvl1pPr>
            <a:lvl2pPr algn="l">
              <a:defRPr sz="1575" b="1">
                <a:solidFill>
                  <a:srgbClr val="3C7EEB"/>
                </a:solidFill>
                <a:latin typeface="Arial"/>
                <a:ea typeface="Arial"/>
                <a:cs typeface="Arial"/>
              </a:defRPr>
            </a:lvl2pPr>
            <a:lvl3pPr algn="l">
              <a:defRPr sz="1575" b="1">
                <a:solidFill>
                  <a:srgbClr val="3C7EEB"/>
                </a:solidFill>
                <a:latin typeface="Arial"/>
                <a:ea typeface="Arial"/>
                <a:cs typeface="Arial"/>
              </a:defRPr>
            </a:lvl3pPr>
            <a:lvl4pPr algn="l">
              <a:defRPr sz="1575" b="1">
                <a:solidFill>
                  <a:srgbClr val="3C7EEB"/>
                </a:solidFill>
                <a:latin typeface="Arial"/>
                <a:ea typeface="Arial"/>
                <a:cs typeface="Arial"/>
              </a:defRPr>
            </a:lvl4pPr>
            <a:lvl5pPr algn="l">
              <a:defRPr sz="1575" b="1">
                <a:solidFill>
                  <a:srgbClr val="3C7EEB"/>
                </a:solidFill>
                <a:latin typeface="Arial"/>
                <a:ea typeface="Arial"/>
                <a:cs typeface="Arial"/>
              </a:defRPr>
            </a:lvl5pPr>
            <a:lvl6pPr algn="l">
              <a:defRPr sz="1575" b="1">
                <a:solidFill>
                  <a:srgbClr val="3C7EEB"/>
                </a:solidFill>
                <a:latin typeface="Arial"/>
                <a:ea typeface="Arial"/>
                <a:cs typeface="Arial"/>
              </a:defRPr>
            </a:lvl6pPr>
            <a:lvl7pPr algn="l">
              <a:defRPr sz="1575" b="1">
                <a:solidFill>
                  <a:srgbClr val="3C7EEB"/>
                </a:solidFill>
                <a:latin typeface="Arial"/>
                <a:ea typeface="Arial"/>
                <a:cs typeface="Arial"/>
              </a:defRPr>
            </a:lvl7pPr>
            <a:lvl8pPr algn="l">
              <a:defRPr sz="1575" b="1">
                <a:solidFill>
                  <a:srgbClr val="3C7EEB"/>
                </a:solidFill>
                <a:latin typeface="Arial"/>
                <a:ea typeface="Arial"/>
                <a:cs typeface="Arial"/>
              </a:defRPr>
            </a:lvl8pPr>
            <a:lvl9pPr algn="l">
              <a:defRPr sz="1575" b="1">
                <a:solidFill>
                  <a:srgbClr val="3C7EEB"/>
                </a:solidFill>
                <a:latin typeface="Arial"/>
                <a:ea typeface="Arial"/>
                <a:cs typeface="Arial"/>
              </a:defRPr>
            </a:lvl9pPr>
          </a:lstStyle>
          <a:p xmlns:a="http://schemas.openxmlformats.org/drawingml/2006/main">
            <a:pPr algn="l">
              <a:defRPr sz="1575" b="1">
                <a:solidFill>
                  <a:srgbClr val="3C7EEB"/>
                </a:solidFill>
                <a:latin typeface="Arial"/>
                <a:ea typeface="Arial"/>
                <a:cs typeface="Arial"/>
              </a:defRPr>
            </a:pPr>
            <a:r>
              <a:rPr sz="1575" b="1">
                <a:solidFill>
                  <a:srgbClr val="3C7EEB"/>
                </a:solidFill>
                <a:latin typeface="Arial"/>
                <a:ea typeface="Arial"/>
                <a:cs typeface="Arial"/>
              </a:rPr>
              <a:t>Import  /  Analyze  /  Rank  /  Edit  /  Export</a:t>
            </a:r>
          </a:p>
        </p:txBody>
      </p:sp>
    </p:spTree>
    <p:extLst>
      <p:ext uri="{BB962C8B-B14F-4D97-AF65-F5344CB8AC3E}">
        <p14:creationId xmlns:p14="http://schemas.microsoft.com/office/powerpoint/2010/main" val="7693098"/>
      </p:ext>
    </p:extLst>
  </p:cSld>
</p:sld>
</file>

<file path=ppt/slides/slide5.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79B0B83-3F7F-4F44-88E0-320DFEE1C7F9}"/>
              </a:ext>
            </a:extLst>
          </p:cNvPr>
          <p:cNvSpPr>
            <a:spLocks xmlns:a="http://schemas.openxmlformats.org/drawingml/2006/main" noGrp="1"/>
          </p:cNvSpPr>
          <p:nvPr/>
        </p:nvSpPr>
        <p:spPr>
          <a:xfrm xmlns:a="http://schemas.openxmlformats.org/drawingml/2006/main">
            <a:off x="685800" y="59055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231"/>
                </a:solidFill>
                <a:latin typeface="Arial"/>
                <a:ea typeface="Arial"/>
                <a:cs typeface="Arial"/>
              </a:defRPr>
            </a:defPPr>
            <a:lvl1pPr algn="l">
              <a:defRPr sz="3300" b="1">
                <a:solidFill>
                  <a:srgbClr val="182231"/>
                </a:solidFill>
                <a:latin typeface="Arial"/>
                <a:ea typeface="Arial"/>
                <a:cs typeface="Arial"/>
              </a:defRPr>
            </a:lvl1pPr>
            <a:lvl2pPr algn="l">
              <a:defRPr sz="3300" b="1">
                <a:solidFill>
                  <a:srgbClr val="182231"/>
                </a:solidFill>
                <a:latin typeface="Arial"/>
                <a:ea typeface="Arial"/>
                <a:cs typeface="Arial"/>
              </a:defRPr>
            </a:lvl2pPr>
            <a:lvl3pPr algn="l">
              <a:defRPr sz="3300" b="1">
                <a:solidFill>
                  <a:srgbClr val="182231"/>
                </a:solidFill>
                <a:latin typeface="Arial"/>
                <a:ea typeface="Arial"/>
                <a:cs typeface="Arial"/>
              </a:defRPr>
            </a:lvl3pPr>
            <a:lvl4pPr algn="l">
              <a:defRPr sz="3300" b="1">
                <a:solidFill>
                  <a:srgbClr val="182231"/>
                </a:solidFill>
                <a:latin typeface="Arial"/>
                <a:ea typeface="Arial"/>
                <a:cs typeface="Arial"/>
              </a:defRPr>
            </a:lvl4pPr>
            <a:lvl5pPr algn="l">
              <a:defRPr sz="3300" b="1">
                <a:solidFill>
                  <a:srgbClr val="182231"/>
                </a:solidFill>
                <a:latin typeface="Arial"/>
                <a:ea typeface="Arial"/>
                <a:cs typeface="Arial"/>
              </a:defRPr>
            </a:lvl5pPr>
            <a:lvl6pPr algn="l">
              <a:defRPr sz="3300" b="1">
                <a:solidFill>
                  <a:srgbClr val="182231"/>
                </a:solidFill>
                <a:latin typeface="Arial"/>
                <a:ea typeface="Arial"/>
                <a:cs typeface="Arial"/>
              </a:defRPr>
            </a:lvl6pPr>
            <a:lvl7pPr algn="l">
              <a:defRPr sz="3300" b="1">
                <a:solidFill>
                  <a:srgbClr val="182231"/>
                </a:solidFill>
                <a:latin typeface="Arial"/>
                <a:ea typeface="Arial"/>
                <a:cs typeface="Arial"/>
              </a:defRPr>
            </a:lvl7pPr>
            <a:lvl8pPr algn="l">
              <a:defRPr sz="3300" b="1">
                <a:solidFill>
                  <a:srgbClr val="182231"/>
                </a:solidFill>
                <a:latin typeface="Arial"/>
                <a:ea typeface="Arial"/>
                <a:cs typeface="Arial"/>
              </a:defRPr>
            </a:lvl8pPr>
            <a:lvl9pPr algn="l">
              <a:defRPr sz="3300" b="1">
                <a:solidFill>
                  <a:srgbClr val="182231"/>
                </a:solidFill>
                <a:latin typeface="Arial"/>
                <a:ea typeface="Arial"/>
                <a:cs typeface="Arial"/>
              </a:defRPr>
            </a:lvl9pPr>
          </a:lstStyle>
          <a:p xmlns:a="http://schemas.openxmlformats.org/drawingml/2006/main">
            <a:pPr algn="l">
              <a:defRPr sz="3300" b="1">
                <a:solidFill>
                  <a:srgbClr val="182231"/>
                </a:solidFill>
                <a:latin typeface="Arial"/>
                <a:ea typeface="Arial"/>
                <a:cs typeface="Arial"/>
              </a:defRPr>
            </a:pPr>
            <a:r>
              <a:rPr sz="3300" b="1">
                <a:solidFill>
                  <a:srgbClr val="182231"/>
                </a:solidFill>
                <a:latin typeface="Arial"/>
                <a:ea typeface="Arial"/>
                <a:cs typeface="Arial"/>
              </a:rPr>
              <a:t>The creator can inspect and refine every cut</a:t>
            </a:r>
          </a:p>
        </p:txBody>
      </p:sp>
      <p:sp>
        <p:nvSpPr>
          <p:cNvPr id="3" name="">
            <a:extLst xmlns:a="http://schemas.openxmlformats.org/drawingml/2006/main">
              <a:ext uri="{FF2B5EF4-FFF2-40B4-BE49-F238E27FC236}">
                <a16:creationId xmlns:a16="http://schemas.microsoft.com/office/drawing/2014/main" id="{55AD784B-5FFF-46A8-A5AC-DC1EA47EE490}"/>
              </a:ext>
            </a:extLst>
          </p:cNvPr>
          <p:cNvSpPr>
            <a:spLocks xmlns:a="http://schemas.openxmlformats.org/drawingml/2006/main" noGrp="1"/>
          </p:cNvSpPr>
          <p:nvPr/>
        </p:nvSpPr>
        <p:spPr>
          <a:xfrm xmlns:a="http://schemas.openxmlformats.org/drawingml/2006/main">
            <a:off x="685800" y="6324600"/>
            <a:ext cx="10820400" cy="9525"/>
          </a:xfrm>
          <a:prstGeom xmlns:a="http://schemas.openxmlformats.org/drawingml/2006/main" prst="rect">
            <a:avLst/>
          </a:prstGeom>
          <a:solidFill xmlns:a="http://schemas.openxmlformats.org/drawingml/2006/main">
            <a:srgbClr val="D9DFD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45E7EC7-1E00-4350-8BF4-19921F299BE7}"/>
              </a:ext>
            </a:extLst>
          </p:cNvPr>
          <p:cNvSpPr>
            <a:spLocks xmlns:a="http://schemas.openxmlformats.org/drawingml/2006/main" noGrp="1"/>
          </p:cNvSpPr>
          <p:nvPr/>
        </p:nvSpPr>
        <p:spPr>
          <a:xfrm xmlns:a="http://schemas.openxmlformats.org/drawingml/2006/main">
            <a:off x="685800" y="647700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87783"/>
                </a:solidFill>
                <a:latin typeface="Arial"/>
                <a:ea typeface="Arial"/>
                <a:cs typeface="Arial"/>
              </a:defRPr>
            </a:defPPr>
            <a:lvl1pPr algn="l">
              <a:defRPr sz="1050" b="1">
                <a:solidFill>
                  <a:srgbClr val="687783"/>
                </a:solidFill>
                <a:latin typeface="Arial"/>
                <a:ea typeface="Arial"/>
                <a:cs typeface="Arial"/>
              </a:defRPr>
            </a:lvl1pPr>
            <a:lvl2pPr algn="l">
              <a:defRPr sz="1050" b="1">
                <a:solidFill>
                  <a:srgbClr val="687783"/>
                </a:solidFill>
                <a:latin typeface="Arial"/>
                <a:ea typeface="Arial"/>
                <a:cs typeface="Arial"/>
              </a:defRPr>
            </a:lvl2pPr>
            <a:lvl3pPr algn="l">
              <a:defRPr sz="1050" b="1">
                <a:solidFill>
                  <a:srgbClr val="687783"/>
                </a:solidFill>
                <a:latin typeface="Arial"/>
                <a:ea typeface="Arial"/>
                <a:cs typeface="Arial"/>
              </a:defRPr>
            </a:lvl3pPr>
            <a:lvl4pPr algn="l">
              <a:defRPr sz="1050" b="1">
                <a:solidFill>
                  <a:srgbClr val="687783"/>
                </a:solidFill>
                <a:latin typeface="Arial"/>
                <a:ea typeface="Arial"/>
                <a:cs typeface="Arial"/>
              </a:defRPr>
            </a:lvl4pPr>
            <a:lvl5pPr algn="l">
              <a:defRPr sz="1050" b="1">
                <a:solidFill>
                  <a:srgbClr val="687783"/>
                </a:solidFill>
                <a:latin typeface="Arial"/>
                <a:ea typeface="Arial"/>
                <a:cs typeface="Arial"/>
              </a:defRPr>
            </a:lvl5pPr>
            <a:lvl6pPr algn="l">
              <a:defRPr sz="1050" b="1">
                <a:solidFill>
                  <a:srgbClr val="687783"/>
                </a:solidFill>
                <a:latin typeface="Arial"/>
                <a:ea typeface="Arial"/>
                <a:cs typeface="Arial"/>
              </a:defRPr>
            </a:lvl6pPr>
            <a:lvl7pPr algn="l">
              <a:defRPr sz="1050" b="1">
                <a:solidFill>
                  <a:srgbClr val="687783"/>
                </a:solidFill>
                <a:latin typeface="Arial"/>
                <a:ea typeface="Arial"/>
                <a:cs typeface="Arial"/>
              </a:defRPr>
            </a:lvl7pPr>
            <a:lvl8pPr algn="l">
              <a:defRPr sz="1050" b="1">
                <a:solidFill>
                  <a:srgbClr val="687783"/>
                </a:solidFill>
                <a:latin typeface="Arial"/>
                <a:ea typeface="Arial"/>
                <a:cs typeface="Arial"/>
              </a:defRPr>
            </a:lvl8pPr>
            <a:lvl9pPr algn="l">
              <a:defRPr sz="1050" b="1">
                <a:solidFill>
                  <a:srgbClr val="687783"/>
                </a:solidFill>
                <a:latin typeface="Arial"/>
                <a:ea typeface="Arial"/>
                <a:cs typeface="Arial"/>
              </a:defRPr>
            </a:lvl9pPr>
          </a:lstStyle>
          <a:p xmlns:a="http://schemas.openxmlformats.org/drawingml/2006/main">
            <a:pPr algn="l">
              <a:defRPr sz="1050" b="1">
                <a:solidFill>
                  <a:srgbClr val="687783"/>
                </a:solidFill>
                <a:latin typeface="Arial"/>
                <a:ea typeface="Arial"/>
                <a:cs typeface="Arial"/>
              </a:defRPr>
            </a:pPr>
            <a:r>
              <a:rPr sz="1050" b="1">
                <a:solidFill>
                  <a:srgbClr val="687783"/>
                </a:solidFill>
                <a:latin typeface="Arial"/>
                <a:ea typeface="Arial"/>
                <a:cs typeface="Arial"/>
              </a:rPr>
              <a:t>FRAMECRAFT</a:t>
            </a:r>
          </a:p>
        </p:txBody>
      </p:sp>
      <p:sp>
        <p:nvSpPr>
          <p:cNvPr id="5" name="">
            <a:extLst xmlns:a="http://schemas.openxmlformats.org/drawingml/2006/main">
              <a:ext uri="{FF2B5EF4-FFF2-40B4-BE49-F238E27FC236}">
                <a16:creationId xmlns:a16="http://schemas.microsoft.com/office/drawing/2014/main" id="{32723C9A-75C1-49EC-94E3-341D094A168A}"/>
              </a:ext>
            </a:extLst>
          </p:cNvPr>
          <p:cNvSpPr>
            <a:spLocks xmlns:a="http://schemas.openxmlformats.org/drawingml/2006/main" noGrp="1"/>
          </p:cNvSpPr>
          <p:nvPr/>
        </p:nvSpPr>
        <p:spPr>
          <a:xfrm xmlns:a="http://schemas.openxmlformats.org/drawingml/2006/main">
            <a:off x="10953750" y="64770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87783"/>
                </a:solidFill>
                <a:latin typeface="Arial"/>
                <a:ea typeface="Arial"/>
                <a:cs typeface="Arial"/>
              </a:defRPr>
            </a:defPPr>
            <a:lvl1pPr algn="r">
              <a:defRPr sz="1050" b="0">
                <a:solidFill>
                  <a:srgbClr val="687783"/>
                </a:solidFill>
                <a:latin typeface="Arial"/>
                <a:ea typeface="Arial"/>
                <a:cs typeface="Arial"/>
              </a:defRPr>
            </a:lvl1pPr>
            <a:lvl2pPr algn="r">
              <a:defRPr sz="1050" b="0">
                <a:solidFill>
                  <a:srgbClr val="687783"/>
                </a:solidFill>
                <a:latin typeface="Arial"/>
                <a:ea typeface="Arial"/>
                <a:cs typeface="Arial"/>
              </a:defRPr>
            </a:lvl2pPr>
            <a:lvl3pPr algn="r">
              <a:defRPr sz="1050" b="0">
                <a:solidFill>
                  <a:srgbClr val="687783"/>
                </a:solidFill>
                <a:latin typeface="Arial"/>
                <a:ea typeface="Arial"/>
                <a:cs typeface="Arial"/>
              </a:defRPr>
            </a:lvl3pPr>
            <a:lvl4pPr algn="r">
              <a:defRPr sz="1050" b="0">
                <a:solidFill>
                  <a:srgbClr val="687783"/>
                </a:solidFill>
                <a:latin typeface="Arial"/>
                <a:ea typeface="Arial"/>
                <a:cs typeface="Arial"/>
              </a:defRPr>
            </a:lvl4pPr>
            <a:lvl5pPr algn="r">
              <a:defRPr sz="1050" b="0">
                <a:solidFill>
                  <a:srgbClr val="687783"/>
                </a:solidFill>
                <a:latin typeface="Arial"/>
                <a:ea typeface="Arial"/>
                <a:cs typeface="Arial"/>
              </a:defRPr>
            </a:lvl5pPr>
            <a:lvl6pPr algn="r">
              <a:defRPr sz="1050" b="0">
                <a:solidFill>
                  <a:srgbClr val="687783"/>
                </a:solidFill>
                <a:latin typeface="Arial"/>
                <a:ea typeface="Arial"/>
                <a:cs typeface="Arial"/>
              </a:defRPr>
            </a:lvl6pPr>
            <a:lvl7pPr algn="r">
              <a:defRPr sz="1050" b="0">
                <a:solidFill>
                  <a:srgbClr val="687783"/>
                </a:solidFill>
                <a:latin typeface="Arial"/>
                <a:ea typeface="Arial"/>
                <a:cs typeface="Arial"/>
              </a:defRPr>
            </a:lvl7pPr>
            <a:lvl8pPr algn="r">
              <a:defRPr sz="1050" b="0">
                <a:solidFill>
                  <a:srgbClr val="687783"/>
                </a:solidFill>
                <a:latin typeface="Arial"/>
                <a:ea typeface="Arial"/>
                <a:cs typeface="Arial"/>
              </a:defRPr>
            </a:lvl8pPr>
            <a:lvl9pPr algn="r">
              <a:defRPr sz="1050" b="0">
                <a:solidFill>
                  <a:srgbClr val="687783"/>
                </a:solidFill>
                <a:latin typeface="Arial"/>
                <a:ea typeface="Arial"/>
                <a:cs typeface="Arial"/>
              </a:defRPr>
            </a:lvl9pPr>
          </a:lstStyle>
          <a:p xmlns:a="http://schemas.openxmlformats.org/drawingml/2006/main">
            <a:pPr algn="r">
              <a:defRPr sz="1050" b="0">
                <a:solidFill>
                  <a:srgbClr val="687783"/>
                </a:solidFill>
                <a:latin typeface="Arial"/>
                <a:ea typeface="Arial"/>
                <a:cs typeface="Arial"/>
              </a:defRPr>
            </a:pPr>
            <a:r>
              <a:rPr sz="1050" b="0">
                <a:solidFill>
                  <a:srgbClr val="687783"/>
                </a:solidFill>
                <a:latin typeface="Arial"/>
                <a:ea typeface="Arial"/>
                <a:cs typeface="Arial"/>
              </a:rPr>
              <a:t>05</a:t>
            </a:r>
          </a:p>
        </p:txBody>
      </p:sp>
      <p:pic>
        <p:nvPicPr>
          <p:cNvPr id="6" name="">
            <a:extLst xmlns:a="http://schemas.openxmlformats.org/drawingml/2006/main">
              <a:ext uri="{FF2B5EF4-FFF2-40B4-BE49-F238E27FC236}">
                <a16:creationId xmlns:a16="http://schemas.microsoft.com/office/drawing/2014/main" id="{0A5CF6C5-6394-4131-A2E9-E0FC0EA76B60}"/>
              </a:ext>
            </a:extLst>
          </p:cNvPr>
          <p:cNvPicPr>
            <a:picLocks xmlns:a="http://schemas.openxmlformats.org/drawingml/2006/main" noChangeAspect="1"/>
          </p:cNvPicPr>
          <p:nvPr/>
        </p:nvPicPr>
        <p:blipFill>
          <a:blip xmlns:r="http://schemas.openxmlformats.org/officeDocument/2006/relationships" xmlns:a="http://schemas.openxmlformats.org/drawingml/2006/main" r:embed="R00bc3efd03124983"/>
          <a:stretch xmlns:a="http://schemas.openxmlformats.org/drawingml/2006/main"/>
        </p:blipFill>
        <p:spPr>
          <a:xfrm xmlns:a="http://schemas.openxmlformats.org/drawingml/2006/main">
            <a:off x="881063" y="1828800"/>
            <a:ext cx="4800600" cy="333375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E87C2161-1E80-4F33-8636-B39E6CD5059A}"/>
              </a:ext>
            </a:extLst>
          </p:cNvPr>
          <p:cNvPicPr>
            <a:picLocks xmlns:a="http://schemas.openxmlformats.org/drawingml/2006/main" noChangeAspect="1"/>
          </p:cNvPicPr>
          <p:nvPr/>
        </p:nvPicPr>
        <p:blipFill>
          <a:blip xmlns:r="http://schemas.openxmlformats.org/officeDocument/2006/relationships" xmlns:a="http://schemas.openxmlformats.org/drawingml/2006/main" r:embed="R25daf366a385435c"/>
          <a:stretch xmlns:a="http://schemas.openxmlformats.org/drawingml/2006/main"/>
        </p:blipFill>
        <p:spPr>
          <a:xfrm xmlns:a="http://schemas.openxmlformats.org/drawingml/2006/main">
            <a:off x="6519863" y="1828800"/>
            <a:ext cx="4800600" cy="3333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AF436A0-90B4-4668-A013-6FCD8F29E28C}"/>
              </a:ext>
            </a:extLst>
          </p:cNvPr>
          <p:cNvSpPr>
            <a:spLocks xmlns:a="http://schemas.openxmlformats.org/drawingml/2006/main" noGrp="1"/>
          </p:cNvSpPr>
          <p:nvPr/>
        </p:nvSpPr>
        <p:spPr>
          <a:xfrm xmlns:a="http://schemas.openxmlformats.org/drawingml/2006/main">
            <a:off x="685800" y="5429250"/>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82231"/>
                </a:solidFill>
                <a:latin typeface="Arial"/>
                <a:ea typeface="Arial"/>
                <a:cs typeface="Arial"/>
              </a:defRPr>
            </a:defPPr>
            <a:lvl1pPr algn="l">
              <a:defRPr sz="2175" b="1">
                <a:solidFill>
                  <a:srgbClr val="182231"/>
                </a:solidFill>
                <a:latin typeface="Arial"/>
                <a:ea typeface="Arial"/>
                <a:cs typeface="Arial"/>
              </a:defRPr>
            </a:lvl1pPr>
            <a:lvl2pPr algn="l">
              <a:defRPr sz="2175" b="1">
                <a:solidFill>
                  <a:srgbClr val="182231"/>
                </a:solidFill>
                <a:latin typeface="Arial"/>
                <a:ea typeface="Arial"/>
                <a:cs typeface="Arial"/>
              </a:defRPr>
            </a:lvl2pPr>
            <a:lvl3pPr algn="l">
              <a:defRPr sz="2175" b="1">
                <a:solidFill>
                  <a:srgbClr val="182231"/>
                </a:solidFill>
                <a:latin typeface="Arial"/>
                <a:ea typeface="Arial"/>
                <a:cs typeface="Arial"/>
              </a:defRPr>
            </a:lvl3pPr>
            <a:lvl4pPr algn="l">
              <a:defRPr sz="2175" b="1">
                <a:solidFill>
                  <a:srgbClr val="182231"/>
                </a:solidFill>
                <a:latin typeface="Arial"/>
                <a:ea typeface="Arial"/>
                <a:cs typeface="Arial"/>
              </a:defRPr>
            </a:lvl4pPr>
            <a:lvl5pPr algn="l">
              <a:defRPr sz="2175" b="1">
                <a:solidFill>
                  <a:srgbClr val="182231"/>
                </a:solidFill>
                <a:latin typeface="Arial"/>
                <a:ea typeface="Arial"/>
                <a:cs typeface="Arial"/>
              </a:defRPr>
            </a:lvl5pPr>
            <a:lvl6pPr algn="l">
              <a:defRPr sz="2175" b="1">
                <a:solidFill>
                  <a:srgbClr val="182231"/>
                </a:solidFill>
                <a:latin typeface="Arial"/>
                <a:ea typeface="Arial"/>
                <a:cs typeface="Arial"/>
              </a:defRPr>
            </a:lvl6pPr>
            <a:lvl7pPr algn="l">
              <a:defRPr sz="2175" b="1">
                <a:solidFill>
                  <a:srgbClr val="182231"/>
                </a:solidFill>
                <a:latin typeface="Arial"/>
                <a:ea typeface="Arial"/>
                <a:cs typeface="Arial"/>
              </a:defRPr>
            </a:lvl7pPr>
            <a:lvl8pPr algn="l">
              <a:defRPr sz="2175" b="1">
                <a:solidFill>
                  <a:srgbClr val="182231"/>
                </a:solidFill>
                <a:latin typeface="Arial"/>
                <a:ea typeface="Arial"/>
                <a:cs typeface="Arial"/>
              </a:defRPr>
            </a:lvl8pPr>
            <a:lvl9pPr algn="l">
              <a:defRPr sz="2175" b="1">
                <a:solidFill>
                  <a:srgbClr val="182231"/>
                </a:solidFill>
                <a:latin typeface="Arial"/>
                <a:ea typeface="Arial"/>
                <a:cs typeface="Arial"/>
              </a:defRPr>
            </a:lvl9pPr>
          </a:lstStyle>
          <a:p xmlns:a="http://schemas.openxmlformats.org/drawingml/2006/main">
            <a:pPr algn="l">
              <a:defRPr sz="2175" b="1">
                <a:solidFill>
                  <a:srgbClr val="182231"/>
                </a:solidFill>
                <a:latin typeface="Arial"/>
                <a:ea typeface="Arial"/>
                <a:cs typeface="Arial"/>
              </a:defRPr>
            </a:pPr>
            <a:r>
              <a:rPr sz="2175" b="1">
                <a:solidFill>
                  <a:srgbClr val="182231"/>
                </a:solidFill>
                <a:latin typeface="Arial"/>
                <a:ea typeface="Arial"/>
                <a:cs typeface="Arial"/>
              </a:rPr>
              <a:t>See the evidence</a:t>
            </a:r>
          </a:p>
        </p:txBody>
      </p:sp>
      <p:sp>
        <p:nvSpPr>
          <p:cNvPr id="9" name="">
            <a:extLst xmlns:a="http://schemas.openxmlformats.org/drawingml/2006/main">
              <a:ext uri="{FF2B5EF4-FFF2-40B4-BE49-F238E27FC236}">
                <a16:creationId xmlns:a16="http://schemas.microsoft.com/office/drawing/2014/main" id="{800413E1-37D7-4B4F-A517-F2128A7BE111}"/>
              </a:ext>
            </a:extLst>
          </p:cNvPr>
          <p:cNvSpPr>
            <a:spLocks xmlns:a="http://schemas.openxmlformats.org/drawingml/2006/main" noGrp="1"/>
          </p:cNvSpPr>
          <p:nvPr/>
        </p:nvSpPr>
        <p:spPr>
          <a:xfrm xmlns:a="http://schemas.openxmlformats.org/drawingml/2006/main">
            <a:off x="6334125" y="5429250"/>
            <a:ext cx="51720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82231"/>
                </a:solidFill>
                <a:latin typeface="Arial"/>
                <a:ea typeface="Arial"/>
                <a:cs typeface="Arial"/>
              </a:defRPr>
            </a:defPPr>
            <a:lvl1pPr algn="l">
              <a:defRPr sz="2175" b="1">
                <a:solidFill>
                  <a:srgbClr val="182231"/>
                </a:solidFill>
                <a:latin typeface="Arial"/>
                <a:ea typeface="Arial"/>
                <a:cs typeface="Arial"/>
              </a:defRPr>
            </a:lvl1pPr>
            <a:lvl2pPr algn="l">
              <a:defRPr sz="2175" b="1">
                <a:solidFill>
                  <a:srgbClr val="182231"/>
                </a:solidFill>
                <a:latin typeface="Arial"/>
                <a:ea typeface="Arial"/>
                <a:cs typeface="Arial"/>
              </a:defRPr>
            </a:lvl2pPr>
            <a:lvl3pPr algn="l">
              <a:defRPr sz="2175" b="1">
                <a:solidFill>
                  <a:srgbClr val="182231"/>
                </a:solidFill>
                <a:latin typeface="Arial"/>
                <a:ea typeface="Arial"/>
                <a:cs typeface="Arial"/>
              </a:defRPr>
            </a:lvl3pPr>
            <a:lvl4pPr algn="l">
              <a:defRPr sz="2175" b="1">
                <a:solidFill>
                  <a:srgbClr val="182231"/>
                </a:solidFill>
                <a:latin typeface="Arial"/>
                <a:ea typeface="Arial"/>
                <a:cs typeface="Arial"/>
              </a:defRPr>
            </a:lvl4pPr>
            <a:lvl5pPr algn="l">
              <a:defRPr sz="2175" b="1">
                <a:solidFill>
                  <a:srgbClr val="182231"/>
                </a:solidFill>
                <a:latin typeface="Arial"/>
                <a:ea typeface="Arial"/>
                <a:cs typeface="Arial"/>
              </a:defRPr>
            </a:lvl5pPr>
            <a:lvl6pPr algn="l">
              <a:defRPr sz="2175" b="1">
                <a:solidFill>
                  <a:srgbClr val="182231"/>
                </a:solidFill>
                <a:latin typeface="Arial"/>
                <a:ea typeface="Arial"/>
                <a:cs typeface="Arial"/>
              </a:defRPr>
            </a:lvl6pPr>
            <a:lvl7pPr algn="l">
              <a:defRPr sz="2175" b="1">
                <a:solidFill>
                  <a:srgbClr val="182231"/>
                </a:solidFill>
                <a:latin typeface="Arial"/>
                <a:ea typeface="Arial"/>
                <a:cs typeface="Arial"/>
              </a:defRPr>
            </a:lvl7pPr>
            <a:lvl8pPr algn="l">
              <a:defRPr sz="2175" b="1">
                <a:solidFill>
                  <a:srgbClr val="182231"/>
                </a:solidFill>
                <a:latin typeface="Arial"/>
                <a:ea typeface="Arial"/>
                <a:cs typeface="Arial"/>
              </a:defRPr>
            </a:lvl8pPr>
            <a:lvl9pPr algn="l">
              <a:defRPr sz="2175" b="1">
                <a:solidFill>
                  <a:srgbClr val="182231"/>
                </a:solidFill>
                <a:latin typeface="Arial"/>
                <a:ea typeface="Arial"/>
                <a:cs typeface="Arial"/>
              </a:defRPr>
            </a:lvl9pPr>
          </a:lstStyle>
          <a:p xmlns:a="http://schemas.openxmlformats.org/drawingml/2006/main">
            <a:pPr algn="l">
              <a:defRPr sz="2175" b="1">
                <a:solidFill>
                  <a:srgbClr val="182231"/>
                </a:solidFill>
                <a:latin typeface="Arial"/>
                <a:ea typeface="Arial"/>
                <a:cs typeface="Arial"/>
              </a:defRPr>
            </a:pPr>
            <a:r>
              <a:rPr sz="2175" b="1">
                <a:solidFill>
                  <a:srgbClr val="182231"/>
                </a:solidFill>
                <a:latin typeface="Arial"/>
                <a:ea typeface="Arial"/>
                <a:cs typeface="Arial"/>
              </a:rPr>
              <a:t>Edit the actual result</a:t>
            </a:r>
          </a:p>
        </p:txBody>
      </p:sp>
      <p:sp>
        <p:nvSpPr>
          <p:cNvPr id="10" name="">
            <a:extLst xmlns:a="http://schemas.openxmlformats.org/drawingml/2006/main">
              <a:ext uri="{FF2B5EF4-FFF2-40B4-BE49-F238E27FC236}">
                <a16:creationId xmlns:a16="http://schemas.microsoft.com/office/drawing/2014/main" id="{1927C74C-7A9E-45FD-B0ED-7706166D7D93}"/>
              </a:ext>
            </a:extLst>
          </p:cNvPr>
          <p:cNvSpPr>
            <a:spLocks xmlns:a="http://schemas.openxmlformats.org/drawingml/2006/main" noGrp="1"/>
          </p:cNvSpPr>
          <p:nvPr/>
        </p:nvSpPr>
        <p:spPr>
          <a:xfrm xmlns:a="http://schemas.openxmlformats.org/drawingml/2006/main">
            <a:off x="685800" y="58674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26372"/>
                </a:solidFill>
                <a:latin typeface="Arial"/>
                <a:ea typeface="Arial"/>
                <a:cs typeface="Arial"/>
              </a:defRPr>
            </a:defPPr>
            <a:lvl1pPr algn="l">
              <a:defRPr sz="1425" b="0">
                <a:solidFill>
                  <a:srgbClr val="526372"/>
                </a:solidFill>
                <a:latin typeface="Arial"/>
                <a:ea typeface="Arial"/>
                <a:cs typeface="Arial"/>
              </a:defRPr>
            </a:lvl1pPr>
            <a:lvl2pPr algn="l">
              <a:defRPr sz="1425" b="0">
                <a:solidFill>
                  <a:srgbClr val="526372"/>
                </a:solidFill>
                <a:latin typeface="Arial"/>
                <a:ea typeface="Arial"/>
                <a:cs typeface="Arial"/>
              </a:defRPr>
            </a:lvl2pPr>
            <a:lvl3pPr algn="l">
              <a:defRPr sz="1425" b="0">
                <a:solidFill>
                  <a:srgbClr val="526372"/>
                </a:solidFill>
                <a:latin typeface="Arial"/>
                <a:ea typeface="Arial"/>
                <a:cs typeface="Arial"/>
              </a:defRPr>
            </a:lvl3pPr>
            <a:lvl4pPr algn="l">
              <a:defRPr sz="1425" b="0">
                <a:solidFill>
                  <a:srgbClr val="526372"/>
                </a:solidFill>
                <a:latin typeface="Arial"/>
                <a:ea typeface="Arial"/>
                <a:cs typeface="Arial"/>
              </a:defRPr>
            </a:lvl4pPr>
            <a:lvl5pPr algn="l">
              <a:defRPr sz="1425" b="0">
                <a:solidFill>
                  <a:srgbClr val="526372"/>
                </a:solidFill>
                <a:latin typeface="Arial"/>
                <a:ea typeface="Arial"/>
                <a:cs typeface="Arial"/>
              </a:defRPr>
            </a:lvl5pPr>
            <a:lvl6pPr algn="l">
              <a:defRPr sz="1425" b="0">
                <a:solidFill>
                  <a:srgbClr val="526372"/>
                </a:solidFill>
                <a:latin typeface="Arial"/>
                <a:ea typeface="Arial"/>
                <a:cs typeface="Arial"/>
              </a:defRPr>
            </a:lvl6pPr>
            <a:lvl7pPr algn="l">
              <a:defRPr sz="1425" b="0">
                <a:solidFill>
                  <a:srgbClr val="526372"/>
                </a:solidFill>
                <a:latin typeface="Arial"/>
                <a:ea typeface="Arial"/>
                <a:cs typeface="Arial"/>
              </a:defRPr>
            </a:lvl7pPr>
            <a:lvl8pPr algn="l">
              <a:defRPr sz="1425" b="0">
                <a:solidFill>
                  <a:srgbClr val="526372"/>
                </a:solidFill>
                <a:latin typeface="Arial"/>
                <a:ea typeface="Arial"/>
                <a:cs typeface="Arial"/>
              </a:defRPr>
            </a:lvl8pPr>
            <a:lvl9pPr algn="l">
              <a:defRPr sz="1425" b="0">
                <a:solidFill>
                  <a:srgbClr val="526372"/>
                </a:solidFill>
                <a:latin typeface="Arial"/>
                <a:ea typeface="Arial"/>
                <a:cs typeface="Arial"/>
              </a:defRPr>
            </a:lvl9pPr>
          </a:lstStyle>
          <a:p xmlns:a="http://schemas.openxmlformats.org/drawingml/2006/main">
            <a:pPr algn="l">
              <a:defRPr sz="1425" b="0">
                <a:solidFill>
                  <a:srgbClr val="526372"/>
                </a:solidFill>
                <a:latin typeface="Arial"/>
                <a:ea typeface="Arial"/>
                <a:cs typeface="Arial"/>
              </a:defRPr>
            </a:pPr>
            <a:r>
              <a:rPr sz="1425" b="0">
                <a:solidFill>
                  <a:srgbClr val="526372"/>
                </a:solidFill>
                <a:latin typeface="Arial"/>
                <a:ea typeface="Arial"/>
                <a:cs typeface="Arial"/>
              </a:rPr>
              <a:t>Source timestamps and heuristic score evidence.</a:t>
            </a:r>
          </a:p>
        </p:txBody>
      </p:sp>
      <p:sp>
        <p:nvSpPr>
          <p:cNvPr id="11" name="">
            <a:extLst xmlns:a="http://schemas.openxmlformats.org/drawingml/2006/main">
              <a:ext uri="{FF2B5EF4-FFF2-40B4-BE49-F238E27FC236}">
                <a16:creationId xmlns:a16="http://schemas.microsoft.com/office/drawing/2014/main" id="{68267BE5-A469-4012-978C-0A4F5ACAD409}"/>
              </a:ext>
            </a:extLst>
          </p:cNvPr>
          <p:cNvSpPr>
            <a:spLocks xmlns:a="http://schemas.openxmlformats.org/drawingml/2006/main" noGrp="1"/>
          </p:cNvSpPr>
          <p:nvPr/>
        </p:nvSpPr>
        <p:spPr>
          <a:xfrm xmlns:a="http://schemas.openxmlformats.org/drawingml/2006/main">
            <a:off x="6334125" y="5867400"/>
            <a:ext cx="5172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26372"/>
                </a:solidFill>
                <a:latin typeface="Arial"/>
                <a:ea typeface="Arial"/>
                <a:cs typeface="Arial"/>
              </a:defRPr>
            </a:defPPr>
            <a:lvl1pPr algn="l">
              <a:defRPr sz="1425" b="0">
                <a:solidFill>
                  <a:srgbClr val="526372"/>
                </a:solidFill>
                <a:latin typeface="Arial"/>
                <a:ea typeface="Arial"/>
                <a:cs typeface="Arial"/>
              </a:defRPr>
            </a:lvl1pPr>
            <a:lvl2pPr algn="l">
              <a:defRPr sz="1425" b="0">
                <a:solidFill>
                  <a:srgbClr val="526372"/>
                </a:solidFill>
                <a:latin typeface="Arial"/>
                <a:ea typeface="Arial"/>
                <a:cs typeface="Arial"/>
              </a:defRPr>
            </a:lvl2pPr>
            <a:lvl3pPr algn="l">
              <a:defRPr sz="1425" b="0">
                <a:solidFill>
                  <a:srgbClr val="526372"/>
                </a:solidFill>
                <a:latin typeface="Arial"/>
                <a:ea typeface="Arial"/>
                <a:cs typeface="Arial"/>
              </a:defRPr>
            </a:lvl3pPr>
            <a:lvl4pPr algn="l">
              <a:defRPr sz="1425" b="0">
                <a:solidFill>
                  <a:srgbClr val="526372"/>
                </a:solidFill>
                <a:latin typeface="Arial"/>
                <a:ea typeface="Arial"/>
                <a:cs typeface="Arial"/>
              </a:defRPr>
            </a:lvl4pPr>
            <a:lvl5pPr algn="l">
              <a:defRPr sz="1425" b="0">
                <a:solidFill>
                  <a:srgbClr val="526372"/>
                </a:solidFill>
                <a:latin typeface="Arial"/>
                <a:ea typeface="Arial"/>
                <a:cs typeface="Arial"/>
              </a:defRPr>
            </a:lvl5pPr>
            <a:lvl6pPr algn="l">
              <a:defRPr sz="1425" b="0">
                <a:solidFill>
                  <a:srgbClr val="526372"/>
                </a:solidFill>
                <a:latin typeface="Arial"/>
                <a:ea typeface="Arial"/>
                <a:cs typeface="Arial"/>
              </a:defRPr>
            </a:lvl6pPr>
            <a:lvl7pPr algn="l">
              <a:defRPr sz="1425" b="0">
                <a:solidFill>
                  <a:srgbClr val="526372"/>
                </a:solidFill>
                <a:latin typeface="Arial"/>
                <a:ea typeface="Arial"/>
                <a:cs typeface="Arial"/>
              </a:defRPr>
            </a:lvl7pPr>
            <a:lvl8pPr algn="l">
              <a:defRPr sz="1425" b="0">
                <a:solidFill>
                  <a:srgbClr val="526372"/>
                </a:solidFill>
                <a:latin typeface="Arial"/>
                <a:ea typeface="Arial"/>
                <a:cs typeface="Arial"/>
              </a:defRPr>
            </a:lvl8pPr>
            <a:lvl9pPr algn="l">
              <a:defRPr sz="1425" b="0">
                <a:solidFill>
                  <a:srgbClr val="526372"/>
                </a:solidFill>
                <a:latin typeface="Arial"/>
                <a:ea typeface="Arial"/>
                <a:cs typeface="Arial"/>
              </a:defRPr>
            </a:lvl9pPr>
          </a:lstStyle>
          <a:p xmlns:a="http://schemas.openxmlformats.org/drawingml/2006/main">
            <a:pPr algn="l">
              <a:defRPr sz="1425" b="0">
                <a:solidFill>
                  <a:srgbClr val="526372"/>
                </a:solidFill>
                <a:latin typeface="Arial"/>
                <a:ea typeface="Arial"/>
                <a:cs typeface="Arial"/>
              </a:defRPr>
            </a:pPr>
            <a:r>
              <a:rPr sz="1425" b="0">
                <a:solidFill>
                  <a:srgbClr val="526372"/>
                </a:solidFill>
                <a:latin typeface="Arial"/>
                <a:ea typeface="Arial"/>
                <a:cs typeface="Arial"/>
              </a:rPr>
              <a:t>Saved captions, framing and rendered preview.</a:t>
            </a:r>
          </a:p>
        </p:txBody>
      </p:sp>
    </p:spTree>
    <p:extLst>
      <p:ext uri="{BB962C8B-B14F-4D97-AF65-F5344CB8AC3E}">
        <p14:creationId xmlns:p14="http://schemas.microsoft.com/office/powerpoint/2010/main" val="1452723178"/>
      </p:ext>
    </p:extLst>
  </p:cSld>
</p:sld>
</file>

<file path=ppt/slides/slide6.xml><?xml version="1.0" encoding="utf-8"?>
<p:sld xmlns:p="http://schemas.openxmlformats.org/presentationml/2006/main">
  <p:cSld>
    <p:bg>
      <p:bgPr>
        <a:solidFill xmlns:a="http://schemas.openxmlformats.org/drawingml/2006/main">
          <a:srgbClr val="111A25"/>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7306DA8-5371-4DD4-BD2B-493905E1F7C6}"/>
              </a:ext>
            </a:extLst>
          </p:cNvPr>
          <p:cNvSpPr>
            <a:spLocks xmlns:a="http://schemas.openxmlformats.org/drawingml/2006/main" noGrp="1"/>
          </p:cNvSpPr>
          <p:nvPr/>
        </p:nvSpPr>
        <p:spPr>
          <a:xfrm xmlns:a="http://schemas.openxmlformats.org/drawingml/2006/main">
            <a:off x="685800" y="59055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6F3EB"/>
                </a:solidFill>
                <a:latin typeface="Arial"/>
                <a:ea typeface="Arial"/>
                <a:cs typeface="Arial"/>
              </a:defRPr>
            </a:defPPr>
            <a:lvl1pPr algn="l">
              <a:defRPr sz="3300" b="1">
                <a:solidFill>
                  <a:srgbClr val="F6F3EB"/>
                </a:solidFill>
                <a:latin typeface="Arial"/>
                <a:ea typeface="Arial"/>
                <a:cs typeface="Arial"/>
              </a:defRPr>
            </a:lvl1pPr>
            <a:lvl2pPr algn="l">
              <a:defRPr sz="3300" b="1">
                <a:solidFill>
                  <a:srgbClr val="F6F3EB"/>
                </a:solidFill>
                <a:latin typeface="Arial"/>
                <a:ea typeface="Arial"/>
                <a:cs typeface="Arial"/>
              </a:defRPr>
            </a:lvl2pPr>
            <a:lvl3pPr algn="l">
              <a:defRPr sz="3300" b="1">
                <a:solidFill>
                  <a:srgbClr val="F6F3EB"/>
                </a:solidFill>
                <a:latin typeface="Arial"/>
                <a:ea typeface="Arial"/>
                <a:cs typeface="Arial"/>
              </a:defRPr>
            </a:lvl3pPr>
            <a:lvl4pPr algn="l">
              <a:defRPr sz="3300" b="1">
                <a:solidFill>
                  <a:srgbClr val="F6F3EB"/>
                </a:solidFill>
                <a:latin typeface="Arial"/>
                <a:ea typeface="Arial"/>
                <a:cs typeface="Arial"/>
              </a:defRPr>
            </a:lvl4pPr>
            <a:lvl5pPr algn="l">
              <a:defRPr sz="3300" b="1">
                <a:solidFill>
                  <a:srgbClr val="F6F3EB"/>
                </a:solidFill>
                <a:latin typeface="Arial"/>
                <a:ea typeface="Arial"/>
                <a:cs typeface="Arial"/>
              </a:defRPr>
            </a:lvl5pPr>
            <a:lvl6pPr algn="l">
              <a:defRPr sz="3300" b="1">
                <a:solidFill>
                  <a:srgbClr val="F6F3EB"/>
                </a:solidFill>
                <a:latin typeface="Arial"/>
                <a:ea typeface="Arial"/>
                <a:cs typeface="Arial"/>
              </a:defRPr>
            </a:lvl6pPr>
            <a:lvl7pPr algn="l">
              <a:defRPr sz="3300" b="1">
                <a:solidFill>
                  <a:srgbClr val="F6F3EB"/>
                </a:solidFill>
                <a:latin typeface="Arial"/>
                <a:ea typeface="Arial"/>
                <a:cs typeface="Arial"/>
              </a:defRPr>
            </a:lvl7pPr>
            <a:lvl8pPr algn="l">
              <a:defRPr sz="3300" b="1">
                <a:solidFill>
                  <a:srgbClr val="F6F3EB"/>
                </a:solidFill>
                <a:latin typeface="Arial"/>
                <a:ea typeface="Arial"/>
                <a:cs typeface="Arial"/>
              </a:defRPr>
            </a:lvl8pPr>
            <a:lvl9pPr algn="l">
              <a:defRPr sz="3300" b="1">
                <a:solidFill>
                  <a:srgbClr val="F6F3EB"/>
                </a:solidFill>
                <a:latin typeface="Arial"/>
                <a:ea typeface="Arial"/>
                <a:cs typeface="Arial"/>
              </a:defRPr>
            </a:lvl9pPr>
          </a:lstStyle>
          <a:p xmlns:a="http://schemas.openxmlformats.org/drawingml/2006/main">
            <a:pPr algn="l">
              <a:defRPr sz="3300" b="1">
                <a:solidFill>
                  <a:srgbClr val="F6F3EB"/>
                </a:solidFill>
                <a:latin typeface="Arial"/>
                <a:ea typeface="Arial"/>
                <a:cs typeface="Arial"/>
              </a:defRPr>
            </a:pPr>
            <a:r>
              <a:rPr sz="3300" b="1">
                <a:solidFill>
                  <a:srgbClr val="F6F3EB"/>
                </a:solidFill>
                <a:latin typeface="Arial"/>
                <a:ea typeface="Arial"/>
                <a:cs typeface="Arial"/>
              </a:rPr>
              <a:t>Local media processing, durable project state</a:t>
            </a:r>
          </a:p>
        </p:txBody>
      </p:sp>
      <p:sp>
        <p:nvSpPr>
          <p:cNvPr id="3" name="">
            <a:extLst xmlns:a="http://schemas.openxmlformats.org/drawingml/2006/main">
              <a:ext uri="{FF2B5EF4-FFF2-40B4-BE49-F238E27FC236}">
                <a16:creationId xmlns:a16="http://schemas.microsoft.com/office/drawing/2014/main" id="{943B5C45-B92C-407F-B646-1C1C5E5B8233}"/>
              </a:ext>
            </a:extLst>
          </p:cNvPr>
          <p:cNvSpPr>
            <a:spLocks xmlns:a="http://schemas.openxmlformats.org/drawingml/2006/main" noGrp="1"/>
          </p:cNvSpPr>
          <p:nvPr/>
        </p:nvSpPr>
        <p:spPr>
          <a:xfrm xmlns:a="http://schemas.openxmlformats.org/drawingml/2006/main">
            <a:off x="685800" y="6324600"/>
            <a:ext cx="10820400" cy="9525"/>
          </a:xfrm>
          <a:prstGeom xmlns:a="http://schemas.openxmlformats.org/drawingml/2006/main" prst="rect">
            <a:avLst/>
          </a:prstGeom>
          <a:solidFill xmlns:a="http://schemas.openxmlformats.org/drawingml/2006/main">
            <a:srgbClr val="35425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B9DC9CC-2835-464B-982D-08F7A95DDC5D}"/>
              </a:ext>
            </a:extLst>
          </p:cNvPr>
          <p:cNvSpPr>
            <a:spLocks xmlns:a="http://schemas.openxmlformats.org/drawingml/2006/main" noGrp="1"/>
          </p:cNvSpPr>
          <p:nvPr/>
        </p:nvSpPr>
        <p:spPr>
          <a:xfrm xmlns:a="http://schemas.openxmlformats.org/drawingml/2006/main">
            <a:off x="685800" y="647700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9BABB8"/>
                </a:solidFill>
                <a:latin typeface="Arial"/>
                <a:ea typeface="Arial"/>
                <a:cs typeface="Arial"/>
              </a:defRPr>
            </a:defPPr>
            <a:lvl1pPr algn="l">
              <a:defRPr sz="1050" b="1">
                <a:solidFill>
                  <a:srgbClr val="9BABB8"/>
                </a:solidFill>
                <a:latin typeface="Arial"/>
                <a:ea typeface="Arial"/>
                <a:cs typeface="Arial"/>
              </a:defRPr>
            </a:lvl1pPr>
            <a:lvl2pPr algn="l">
              <a:defRPr sz="1050" b="1">
                <a:solidFill>
                  <a:srgbClr val="9BABB8"/>
                </a:solidFill>
                <a:latin typeface="Arial"/>
                <a:ea typeface="Arial"/>
                <a:cs typeface="Arial"/>
              </a:defRPr>
            </a:lvl2pPr>
            <a:lvl3pPr algn="l">
              <a:defRPr sz="1050" b="1">
                <a:solidFill>
                  <a:srgbClr val="9BABB8"/>
                </a:solidFill>
                <a:latin typeface="Arial"/>
                <a:ea typeface="Arial"/>
                <a:cs typeface="Arial"/>
              </a:defRPr>
            </a:lvl3pPr>
            <a:lvl4pPr algn="l">
              <a:defRPr sz="1050" b="1">
                <a:solidFill>
                  <a:srgbClr val="9BABB8"/>
                </a:solidFill>
                <a:latin typeface="Arial"/>
                <a:ea typeface="Arial"/>
                <a:cs typeface="Arial"/>
              </a:defRPr>
            </a:lvl4pPr>
            <a:lvl5pPr algn="l">
              <a:defRPr sz="1050" b="1">
                <a:solidFill>
                  <a:srgbClr val="9BABB8"/>
                </a:solidFill>
                <a:latin typeface="Arial"/>
                <a:ea typeface="Arial"/>
                <a:cs typeface="Arial"/>
              </a:defRPr>
            </a:lvl5pPr>
            <a:lvl6pPr algn="l">
              <a:defRPr sz="1050" b="1">
                <a:solidFill>
                  <a:srgbClr val="9BABB8"/>
                </a:solidFill>
                <a:latin typeface="Arial"/>
                <a:ea typeface="Arial"/>
                <a:cs typeface="Arial"/>
              </a:defRPr>
            </a:lvl6pPr>
            <a:lvl7pPr algn="l">
              <a:defRPr sz="1050" b="1">
                <a:solidFill>
                  <a:srgbClr val="9BABB8"/>
                </a:solidFill>
                <a:latin typeface="Arial"/>
                <a:ea typeface="Arial"/>
                <a:cs typeface="Arial"/>
              </a:defRPr>
            </a:lvl7pPr>
            <a:lvl8pPr algn="l">
              <a:defRPr sz="1050" b="1">
                <a:solidFill>
                  <a:srgbClr val="9BABB8"/>
                </a:solidFill>
                <a:latin typeface="Arial"/>
                <a:ea typeface="Arial"/>
                <a:cs typeface="Arial"/>
              </a:defRPr>
            </a:lvl8pPr>
            <a:lvl9pPr algn="l">
              <a:defRPr sz="1050" b="1">
                <a:solidFill>
                  <a:srgbClr val="9BABB8"/>
                </a:solidFill>
                <a:latin typeface="Arial"/>
                <a:ea typeface="Arial"/>
                <a:cs typeface="Arial"/>
              </a:defRPr>
            </a:lvl9pPr>
          </a:lstStyle>
          <a:p xmlns:a="http://schemas.openxmlformats.org/drawingml/2006/main">
            <a:pPr algn="l">
              <a:defRPr sz="1050" b="1">
                <a:solidFill>
                  <a:srgbClr val="9BABB8"/>
                </a:solidFill>
                <a:latin typeface="Arial"/>
                <a:ea typeface="Arial"/>
                <a:cs typeface="Arial"/>
              </a:defRPr>
            </a:pPr>
            <a:r>
              <a:rPr sz="1050" b="1">
                <a:solidFill>
                  <a:srgbClr val="9BABB8"/>
                </a:solidFill>
                <a:latin typeface="Arial"/>
                <a:ea typeface="Arial"/>
                <a:cs typeface="Arial"/>
              </a:rPr>
              <a:t>FRAMECRAFT</a:t>
            </a:r>
          </a:p>
        </p:txBody>
      </p:sp>
      <p:sp>
        <p:nvSpPr>
          <p:cNvPr id="5" name="">
            <a:extLst xmlns:a="http://schemas.openxmlformats.org/drawingml/2006/main">
              <a:ext uri="{FF2B5EF4-FFF2-40B4-BE49-F238E27FC236}">
                <a16:creationId xmlns:a16="http://schemas.microsoft.com/office/drawing/2014/main" id="{BE80D146-7AF2-4D12-8488-85B5AE2C0FA6}"/>
              </a:ext>
            </a:extLst>
          </p:cNvPr>
          <p:cNvSpPr>
            <a:spLocks xmlns:a="http://schemas.openxmlformats.org/drawingml/2006/main" noGrp="1"/>
          </p:cNvSpPr>
          <p:nvPr/>
        </p:nvSpPr>
        <p:spPr>
          <a:xfrm xmlns:a="http://schemas.openxmlformats.org/drawingml/2006/main">
            <a:off x="10953750" y="64770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9BABB8"/>
                </a:solidFill>
                <a:latin typeface="Arial"/>
                <a:ea typeface="Arial"/>
                <a:cs typeface="Arial"/>
              </a:defRPr>
            </a:defPPr>
            <a:lvl1pPr algn="r">
              <a:defRPr sz="1050" b="0">
                <a:solidFill>
                  <a:srgbClr val="9BABB8"/>
                </a:solidFill>
                <a:latin typeface="Arial"/>
                <a:ea typeface="Arial"/>
                <a:cs typeface="Arial"/>
              </a:defRPr>
            </a:lvl1pPr>
            <a:lvl2pPr algn="r">
              <a:defRPr sz="1050" b="0">
                <a:solidFill>
                  <a:srgbClr val="9BABB8"/>
                </a:solidFill>
                <a:latin typeface="Arial"/>
                <a:ea typeface="Arial"/>
                <a:cs typeface="Arial"/>
              </a:defRPr>
            </a:lvl2pPr>
            <a:lvl3pPr algn="r">
              <a:defRPr sz="1050" b="0">
                <a:solidFill>
                  <a:srgbClr val="9BABB8"/>
                </a:solidFill>
                <a:latin typeface="Arial"/>
                <a:ea typeface="Arial"/>
                <a:cs typeface="Arial"/>
              </a:defRPr>
            </a:lvl3pPr>
            <a:lvl4pPr algn="r">
              <a:defRPr sz="1050" b="0">
                <a:solidFill>
                  <a:srgbClr val="9BABB8"/>
                </a:solidFill>
                <a:latin typeface="Arial"/>
                <a:ea typeface="Arial"/>
                <a:cs typeface="Arial"/>
              </a:defRPr>
            </a:lvl4pPr>
            <a:lvl5pPr algn="r">
              <a:defRPr sz="1050" b="0">
                <a:solidFill>
                  <a:srgbClr val="9BABB8"/>
                </a:solidFill>
                <a:latin typeface="Arial"/>
                <a:ea typeface="Arial"/>
                <a:cs typeface="Arial"/>
              </a:defRPr>
            </a:lvl5pPr>
            <a:lvl6pPr algn="r">
              <a:defRPr sz="1050" b="0">
                <a:solidFill>
                  <a:srgbClr val="9BABB8"/>
                </a:solidFill>
                <a:latin typeface="Arial"/>
                <a:ea typeface="Arial"/>
                <a:cs typeface="Arial"/>
              </a:defRPr>
            </a:lvl6pPr>
            <a:lvl7pPr algn="r">
              <a:defRPr sz="1050" b="0">
                <a:solidFill>
                  <a:srgbClr val="9BABB8"/>
                </a:solidFill>
                <a:latin typeface="Arial"/>
                <a:ea typeface="Arial"/>
                <a:cs typeface="Arial"/>
              </a:defRPr>
            </a:lvl7pPr>
            <a:lvl8pPr algn="r">
              <a:defRPr sz="1050" b="0">
                <a:solidFill>
                  <a:srgbClr val="9BABB8"/>
                </a:solidFill>
                <a:latin typeface="Arial"/>
                <a:ea typeface="Arial"/>
                <a:cs typeface="Arial"/>
              </a:defRPr>
            </a:lvl8pPr>
            <a:lvl9pPr algn="r">
              <a:defRPr sz="1050" b="0">
                <a:solidFill>
                  <a:srgbClr val="9BABB8"/>
                </a:solidFill>
                <a:latin typeface="Arial"/>
                <a:ea typeface="Arial"/>
                <a:cs typeface="Arial"/>
              </a:defRPr>
            </a:lvl9pPr>
          </a:lstStyle>
          <a:p xmlns:a="http://schemas.openxmlformats.org/drawingml/2006/main">
            <a:pPr algn="r">
              <a:defRPr sz="1050" b="0">
                <a:solidFill>
                  <a:srgbClr val="9BABB8"/>
                </a:solidFill>
                <a:latin typeface="Arial"/>
                <a:ea typeface="Arial"/>
                <a:cs typeface="Arial"/>
              </a:defRPr>
            </a:pPr>
            <a:r>
              <a:rPr sz="1050" b="0">
                <a:solidFill>
                  <a:srgbClr val="9BABB8"/>
                </a:solidFill>
                <a:latin typeface="Arial"/>
                <a:ea typeface="Arial"/>
                <a:cs typeface="Arial"/>
              </a:rPr>
              <a:t>06</a:t>
            </a:r>
          </a:p>
        </p:txBody>
      </p:sp>
      <p:sp>
        <p:nvSpPr>
          <p:cNvPr id="6" name="">
            <a:extLst xmlns:a="http://schemas.openxmlformats.org/drawingml/2006/main">
              <a:ext uri="{FF2B5EF4-FFF2-40B4-BE49-F238E27FC236}">
                <a16:creationId xmlns:a16="http://schemas.microsoft.com/office/drawing/2014/main" id="{98D50AA6-B724-421E-97A5-F0A4C4D25E1C}"/>
              </a:ext>
            </a:extLst>
          </p:cNvPr>
          <p:cNvSpPr>
            <a:spLocks xmlns:a="http://schemas.openxmlformats.org/drawingml/2006/main" noGrp="1"/>
          </p:cNvSpPr>
          <p:nvPr/>
        </p:nvSpPr>
        <p:spPr>
          <a:xfrm xmlns:a="http://schemas.openxmlformats.org/drawingml/2006/main">
            <a:off x="685800" y="2228850"/>
            <a:ext cx="1581150" cy="1905000"/>
          </a:xfrm>
          <a:prstGeom xmlns:a="http://schemas.openxmlformats.org/drawingml/2006/main" prst="rect">
            <a:avLst/>
          </a:prstGeom>
          <a:solidFill xmlns:a="http://schemas.openxmlformats.org/drawingml/2006/main">
            <a:srgbClr val="1C2C3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C6FA29A-836C-48C8-B0E2-54D16AD0E91F}"/>
              </a:ext>
            </a:extLst>
          </p:cNvPr>
          <p:cNvSpPr>
            <a:spLocks xmlns:a="http://schemas.openxmlformats.org/drawingml/2006/main" noGrp="1"/>
          </p:cNvSpPr>
          <p:nvPr/>
        </p:nvSpPr>
        <p:spPr>
          <a:xfrm xmlns:a="http://schemas.openxmlformats.org/drawingml/2006/main">
            <a:off x="838200" y="238125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62D7BE"/>
                </a:solidFill>
                <a:latin typeface="Arial"/>
                <a:ea typeface="Arial"/>
                <a:cs typeface="Arial"/>
              </a:defRPr>
            </a:defPPr>
            <a:lvl1pPr algn="l">
              <a:defRPr sz="1275" b="1">
                <a:solidFill>
                  <a:srgbClr val="62D7BE"/>
                </a:solidFill>
                <a:latin typeface="Arial"/>
                <a:ea typeface="Arial"/>
                <a:cs typeface="Arial"/>
              </a:defRPr>
            </a:lvl1pPr>
            <a:lvl2pPr algn="l">
              <a:defRPr sz="1275" b="1">
                <a:solidFill>
                  <a:srgbClr val="62D7BE"/>
                </a:solidFill>
                <a:latin typeface="Arial"/>
                <a:ea typeface="Arial"/>
                <a:cs typeface="Arial"/>
              </a:defRPr>
            </a:lvl2pPr>
            <a:lvl3pPr algn="l">
              <a:defRPr sz="1275" b="1">
                <a:solidFill>
                  <a:srgbClr val="62D7BE"/>
                </a:solidFill>
                <a:latin typeface="Arial"/>
                <a:ea typeface="Arial"/>
                <a:cs typeface="Arial"/>
              </a:defRPr>
            </a:lvl3pPr>
            <a:lvl4pPr algn="l">
              <a:defRPr sz="1275" b="1">
                <a:solidFill>
                  <a:srgbClr val="62D7BE"/>
                </a:solidFill>
                <a:latin typeface="Arial"/>
                <a:ea typeface="Arial"/>
                <a:cs typeface="Arial"/>
              </a:defRPr>
            </a:lvl4pPr>
            <a:lvl5pPr algn="l">
              <a:defRPr sz="1275" b="1">
                <a:solidFill>
                  <a:srgbClr val="62D7BE"/>
                </a:solidFill>
                <a:latin typeface="Arial"/>
                <a:ea typeface="Arial"/>
                <a:cs typeface="Arial"/>
              </a:defRPr>
            </a:lvl5pPr>
            <a:lvl6pPr algn="l">
              <a:defRPr sz="1275" b="1">
                <a:solidFill>
                  <a:srgbClr val="62D7BE"/>
                </a:solidFill>
                <a:latin typeface="Arial"/>
                <a:ea typeface="Arial"/>
                <a:cs typeface="Arial"/>
              </a:defRPr>
            </a:lvl6pPr>
            <a:lvl7pPr algn="l">
              <a:defRPr sz="1275" b="1">
                <a:solidFill>
                  <a:srgbClr val="62D7BE"/>
                </a:solidFill>
                <a:latin typeface="Arial"/>
                <a:ea typeface="Arial"/>
                <a:cs typeface="Arial"/>
              </a:defRPr>
            </a:lvl7pPr>
            <a:lvl8pPr algn="l">
              <a:defRPr sz="1275" b="1">
                <a:solidFill>
                  <a:srgbClr val="62D7BE"/>
                </a:solidFill>
                <a:latin typeface="Arial"/>
                <a:ea typeface="Arial"/>
                <a:cs typeface="Arial"/>
              </a:defRPr>
            </a:lvl8pPr>
            <a:lvl9pPr algn="l">
              <a:defRPr sz="1275" b="1">
                <a:solidFill>
                  <a:srgbClr val="62D7BE"/>
                </a:solidFill>
                <a:latin typeface="Arial"/>
                <a:ea typeface="Arial"/>
                <a:cs typeface="Arial"/>
              </a:defRPr>
            </a:lvl9pPr>
          </a:lstStyle>
          <a:p xmlns:a="http://schemas.openxmlformats.org/drawingml/2006/main">
            <a:pPr algn="l">
              <a:defRPr sz="1275" b="1">
                <a:solidFill>
                  <a:srgbClr val="62D7BE"/>
                </a:solidFill>
                <a:latin typeface="Arial"/>
                <a:ea typeface="Arial"/>
                <a:cs typeface="Arial"/>
              </a:defRPr>
            </a:pPr>
            <a:r>
              <a:rPr sz="1275" b="1">
                <a:solidFill>
                  <a:srgbClr val="62D7BE"/>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1542BC3E-D8D0-4C70-B0F8-09CC606B0DA6}"/>
              </a:ext>
            </a:extLst>
          </p:cNvPr>
          <p:cNvSpPr>
            <a:spLocks xmlns:a="http://schemas.openxmlformats.org/drawingml/2006/main" noGrp="1"/>
          </p:cNvSpPr>
          <p:nvPr/>
        </p:nvSpPr>
        <p:spPr>
          <a:xfrm xmlns:a="http://schemas.openxmlformats.org/drawingml/2006/main">
            <a:off x="838200" y="2790825"/>
            <a:ext cx="133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6F3EB"/>
                </a:solidFill>
                <a:latin typeface="Arial"/>
                <a:ea typeface="Arial"/>
                <a:cs typeface="Arial"/>
              </a:defRPr>
            </a:defPPr>
            <a:lvl1pPr algn="l">
              <a:defRPr sz="1875" b="1">
                <a:solidFill>
                  <a:srgbClr val="F6F3EB"/>
                </a:solidFill>
                <a:latin typeface="Arial"/>
                <a:ea typeface="Arial"/>
                <a:cs typeface="Arial"/>
              </a:defRPr>
            </a:lvl1pPr>
            <a:lvl2pPr algn="l">
              <a:defRPr sz="1875" b="1">
                <a:solidFill>
                  <a:srgbClr val="F6F3EB"/>
                </a:solidFill>
                <a:latin typeface="Arial"/>
                <a:ea typeface="Arial"/>
                <a:cs typeface="Arial"/>
              </a:defRPr>
            </a:lvl2pPr>
            <a:lvl3pPr algn="l">
              <a:defRPr sz="1875" b="1">
                <a:solidFill>
                  <a:srgbClr val="F6F3EB"/>
                </a:solidFill>
                <a:latin typeface="Arial"/>
                <a:ea typeface="Arial"/>
                <a:cs typeface="Arial"/>
              </a:defRPr>
            </a:lvl3pPr>
            <a:lvl4pPr algn="l">
              <a:defRPr sz="1875" b="1">
                <a:solidFill>
                  <a:srgbClr val="F6F3EB"/>
                </a:solidFill>
                <a:latin typeface="Arial"/>
                <a:ea typeface="Arial"/>
                <a:cs typeface="Arial"/>
              </a:defRPr>
            </a:lvl4pPr>
            <a:lvl5pPr algn="l">
              <a:defRPr sz="1875" b="1">
                <a:solidFill>
                  <a:srgbClr val="F6F3EB"/>
                </a:solidFill>
                <a:latin typeface="Arial"/>
                <a:ea typeface="Arial"/>
                <a:cs typeface="Arial"/>
              </a:defRPr>
            </a:lvl5pPr>
            <a:lvl6pPr algn="l">
              <a:defRPr sz="1875" b="1">
                <a:solidFill>
                  <a:srgbClr val="F6F3EB"/>
                </a:solidFill>
                <a:latin typeface="Arial"/>
                <a:ea typeface="Arial"/>
                <a:cs typeface="Arial"/>
              </a:defRPr>
            </a:lvl6pPr>
            <a:lvl7pPr algn="l">
              <a:defRPr sz="1875" b="1">
                <a:solidFill>
                  <a:srgbClr val="F6F3EB"/>
                </a:solidFill>
                <a:latin typeface="Arial"/>
                <a:ea typeface="Arial"/>
                <a:cs typeface="Arial"/>
              </a:defRPr>
            </a:lvl7pPr>
            <a:lvl8pPr algn="l">
              <a:defRPr sz="1875" b="1">
                <a:solidFill>
                  <a:srgbClr val="F6F3EB"/>
                </a:solidFill>
                <a:latin typeface="Arial"/>
                <a:ea typeface="Arial"/>
                <a:cs typeface="Arial"/>
              </a:defRPr>
            </a:lvl8pPr>
            <a:lvl9pPr algn="l">
              <a:defRPr sz="1875" b="1">
                <a:solidFill>
                  <a:srgbClr val="F6F3EB"/>
                </a:solidFill>
                <a:latin typeface="Arial"/>
                <a:ea typeface="Arial"/>
                <a:cs typeface="Arial"/>
              </a:defRPr>
            </a:lvl9pPr>
          </a:lstStyle>
          <a:p xmlns:a="http://schemas.openxmlformats.org/drawingml/2006/main">
            <a:pPr algn="l">
              <a:defRPr sz="1875" b="1">
                <a:solidFill>
                  <a:srgbClr val="F6F3EB"/>
                </a:solidFill>
                <a:latin typeface="Arial"/>
                <a:ea typeface="Arial"/>
                <a:cs typeface="Arial"/>
              </a:defRPr>
            </a:pPr>
            <a:r>
              <a:rPr sz="1875" b="1">
                <a:solidFill>
                  <a:srgbClr val="F6F3EB"/>
                </a:solidFill>
                <a:latin typeface="Arial"/>
                <a:ea typeface="Arial"/>
                <a:cs typeface="Arial"/>
              </a:rPr>
              <a:t>Authorized intake</a:t>
            </a:r>
          </a:p>
        </p:txBody>
      </p:sp>
      <p:sp>
        <p:nvSpPr>
          <p:cNvPr id="9" name="">
            <a:extLst xmlns:a="http://schemas.openxmlformats.org/drawingml/2006/main">
              <a:ext uri="{FF2B5EF4-FFF2-40B4-BE49-F238E27FC236}">
                <a16:creationId xmlns:a16="http://schemas.microsoft.com/office/drawing/2014/main" id="{65227C55-DC06-48CD-8D13-A779DFCDABC5}"/>
              </a:ext>
            </a:extLst>
          </p:cNvPr>
          <p:cNvSpPr>
            <a:spLocks xmlns:a="http://schemas.openxmlformats.org/drawingml/2006/main" noGrp="1"/>
          </p:cNvSpPr>
          <p:nvPr/>
        </p:nvSpPr>
        <p:spPr>
          <a:xfrm xmlns:a="http://schemas.openxmlformats.org/drawingml/2006/main">
            <a:off x="838200" y="3381375"/>
            <a:ext cx="1333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9BABB8"/>
                </a:solidFill>
                <a:latin typeface="Arial"/>
                <a:ea typeface="Arial"/>
                <a:cs typeface="Arial"/>
              </a:defRPr>
            </a:defPPr>
            <a:lvl1pPr algn="l">
              <a:defRPr sz="1350" b="0">
                <a:solidFill>
                  <a:srgbClr val="9BABB8"/>
                </a:solidFill>
                <a:latin typeface="Arial"/>
                <a:ea typeface="Arial"/>
                <a:cs typeface="Arial"/>
              </a:defRPr>
            </a:lvl1pPr>
            <a:lvl2pPr algn="l">
              <a:defRPr sz="1350" b="0">
                <a:solidFill>
                  <a:srgbClr val="9BABB8"/>
                </a:solidFill>
                <a:latin typeface="Arial"/>
                <a:ea typeface="Arial"/>
                <a:cs typeface="Arial"/>
              </a:defRPr>
            </a:lvl2pPr>
            <a:lvl3pPr algn="l">
              <a:defRPr sz="1350" b="0">
                <a:solidFill>
                  <a:srgbClr val="9BABB8"/>
                </a:solidFill>
                <a:latin typeface="Arial"/>
                <a:ea typeface="Arial"/>
                <a:cs typeface="Arial"/>
              </a:defRPr>
            </a:lvl3pPr>
            <a:lvl4pPr algn="l">
              <a:defRPr sz="1350" b="0">
                <a:solidFill>
                  <a:srgbClr val="9BABB8"/>
                </a:solidFill>
                <a:latin typeface="Arial"/>
                <a:ea typeface="Arial"/>
                <a:cs typeface="Arial"/>
              </a:defRPr>
            </a:lvl4pPr>
            <a:lvl5pPr algn="l">
              <a:defRPr sz="1350" b="0">
                <a:solidFill>
                  <a:srgbClr val="9BABB8"/>
                </a:solidFill>
                <a:latin typeface="Arial"/>
                <a:ea typeface="Arial"/>
                <a:cs typeface="Arial"/>
              </a:defRPr>
            </a:lvl5pPr>
            <a:lvl6pPr algn="l">
              <a:defRPr sz="1350" b="0">
                <a:solidFill>
                  <a:srgbClr val="9BABB8"/>
                </a:solidFill>
                <a:latin typeface="Arial"/>
                <a:ea typeface="Arial"/>
                <a:cs typeface="Arial"/>
              </a:defRPr>
            </a:lvl6pPr>
            <a:lvl7pPr algn="l">
              <a:defRPr sz="1350" b="0">
                <a:solidFill>
                  <a:srgbClr val="9BABB8"/>
                </a:solidFill>
                <a:latin typeface="Arial"/>
                <a:ea typeface="Arial"/>
                <a:cs typeface="Arial"/>
              </a:defRPr>
            </a:lvl7pPr>
            <a:lvl8pPr algn="l">
              <a:defRPr sz="1350" b="0">
                <a:solidFill>
                  <a:srgbClr val="9BABB8"/>
                </a:solidFill>
                <a:latin typeface="Arial"/>
                <a:ea typeface="Arial"/>
                <a:cs typeface="Arial"/>
              </a:defRPr>
            </a:lvl8pPr>
            <a:lvl9pPr algn="l">
              <a:defRPr sz="1350" b="0">
                <a:solidFill>
                  <a:srgbClr val="9BABB8"/>
                </a:solidFill>
                <a:latin typeface="Arial"/>
                <a:ea typeface="Arial"/>
                <a:cs typeface="Arial"/>
              </a:defRPr>
            </a:lvl9pPr>
          </a:lstStyle>
          <a:p xmlns:a="http://schemas.openxmlformats.org/drawingml/2006/main">
            <a:pPr algn="l">
              <a:defRPr sz="1350" b="0">
                <a:solidFill>
                  <a:srgbClr val="9BABB8"/>
                </a:solidFill>
                <a:latin typeface="Arial"/>
                <a:ea typeface="Arial"/>
                <a:cs typeface="Arial"/>
              </a:defRPr>
            </a:pPr>
            <a:r>
              <a:rPr sz="1350" b="0">
                <a:solidFill>
                  <a:srgbClr val="9BABB8"/>
                </a:solidFill>
                <a:latin typeface="Arial"/>
                <a:ea typeface="Arial"/>
                <a:cs typeface="Arial"/>
              </a:rPr>
              <a:t>File, HTTPS, source registry</a:t>
            </a:r>
          </a:p>
        </p:txBody>
      </p:sp>
      <p:sp>
        <p:nvSpPr>
          <p:cNvPr id="10" name="">
            <a:extLst xmlns:a="http://schemas.openxmlformats.org/drawingml/2006/main">
              <a:ext uri="{FF2B5EF4-FFF2-40B4-BE49-F238E27FC236}">
                <a16:creationId xmlns:a16="http://schemas.microsoft.com/office/drawing/2014/main" id="{76CC5781-6E3C-42A8-9F6C-DA78ECD763B2}"/>
              </a:ext>
            </a:extLst>
          </p:cNvPr>
          <p:cNvSpPr>
            <a:spLocks xmlns:a="http://schemas.openxmlformats.org/drawingml/2006/main" noGrp="1"/>
          </p:cNvSpPr>
          <p:nvPr/>
        </p:nvSpPr>
        <p:spPr>
          <a:xfrm xmlns:a="http://schemas.openxmlformats.org/drawingml/2006/main">
            <a:off x="2295525" y="2905125"/>
            <a:ext cx="209550" cy="19050"/>
          </a:xfrm>
          <a:prstGeom xmlns:a="http://schemas.openxmlformats.org/drawingml/2006/main" prst="rect">
            <a:avLst/>
          </a:prstGeom>
          <a:solidFill xmlns:a="http://schemas.openxmlformats.org/drawingml/2006/main">
            <a:srgbClr val="62D7B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99EED66-E42B-43D0-B71C-4A86B1F3C73F}"/>
              </a:ext>
            </a:extLst>
          </p:cNvPr>
          <p:cNvSpPr>
            <a:spLocks xmlns:a="http://schemas.openxmlformats.org/drawingml/2006/main" noGrp="1"/>
          </p:cNvSpPr>
          <p:nvPr/>
        </p:nvSpPr>
        <p:spPr>
          <a:xfrm xmlns:a="http://schemas.openxmlformats.org/drawingml/2006/main">
            <a:off x="2533650" y="2228850"/>
            <a:ext cx="1581150" cy="1905000"/>
          </a:xfrm>
          <a:prstGeom xmlns:a="http://schemas.openxmlformats.org/drawingml/2006/main" prst="rect">
            <a:avLst/>
          </a:prstGeom>
          <a:solidFill xmlns:a="http://schemas.openxmlformats.org/drawingml/2006/main">
            <a:srgbClr val="1C2C3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F2EA38A-65FC-4B9B-BC8E-4CDE99F07225}"/>
              </a:ext>
            </a:extLst>
          </p:cNvPr>
          <p:cNvSpPr>
            <a:spLocks xmlns:a="http://schemas.openxmlformats.org/drawingml/2006/main" noGrp="1"/>
          </p:cNvSpPr>
          <p:nvPr/>
        </p:nvSpPr>
        <p:spPr>
          <a:xfrm xmlns:a="http://schemas.openxmlformats.org/drawingml/2006/main">
            <a:off x="2686050" y="238125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62D7BE"/>
                </a:solidFill>
                <a:latin typeface="Arial"/>
                <a:ea typeface="Arial"/>
                <a:cs typeface="Arial"/>
              </a:defRPr>
            </a:defPPr>
            <a:lvl1pPr algn="l">
              <a:defRPr sz="1275" b="1">
                <a:solidFill>
                  <a:srgbClr val="62D7BE"/>
                </a:solidFill>
                <a:latin typeface="Arial"/>
                <a:ea typeface="Arial"/>
                <a:cs typeface="Arial"/>
              </a:defRPr>
            </a:lvl1pPr>
            <a:lvl2pPr algn="l">
              <a:defRPr sz="1275" b="1">
                <a:solidFill>
                  <a:srgbClr val="62D7BE"/>
                </a:solidFill>
                <a:latin typeface="Arial"/>
                <a:ea typeface="Arial"/>
                <a:cs typeface="Arial"/>
              </a:defRPr>
            </a:lvl2pPr>
            <a:lvl3pPr algn="l">
              <a:defRPr sz="1275" b="1">
                <a:solidFill>
                  <a:srgbClr val="62D7BE"/>
                </a:solidFill>
                <a:latin typeface="Arial"/>
                <a:ea typeface="Arial"/>
                <a:cs typeface="Arial"/>
              </a:defRPr>
            </a:lvl3pPr>
            <a:lvl4pPr algn="l">
              <a:defRPr sz="1275" b="1">
                <a:solidFill>
                  <a:srgbClr val="62D7BE"/>
                </a:solidFill>
                <a:latin typeface="Arial"/>
                <a:ea typeface="Arial"/>
                <a:cs typeface="Arial"/>
              </a:defRPr>
            </a:lvl4pPr>
            <a:lvl5pPr algn="l">
              <a:defRPr sz="1275" b="1">
                <a:solidFill>
                  <a:srgbClr val="62D7BE"/>
                </a:solidFill>
                <a:latin typeface="Arial"/>
                <a:ea typeface="Arial"/>
                <a:cs typeface="Arial"/>
              </a:defRPr>
            </a:lvl5pPr>
            <a:lvl6pPr algn="l">
              <a:defRPr sz="1275" b="1">
                <a:solidFill>
                  <a:srgbClr val="62D7BE"/>
                </a:solidFill>
                <a:latin typeface="Arial"/>
                <a:ea typeface="Arial"/>
                <a:cs typeface="Arial"/>
              </a:defRPr>
            </a:lvl6pPr>
            <a:lvl7pPr algn="l">
              <a:defRPr sz="1275" b="1">
                <a:solidFill>
                  <a:srgbClr val="62D7BE"/>
                </a:solidFill>
                <a:latin typeface="Arial"/>
                <a:ea typeface="Arial"/>
                <a:cs typeface="Arial"/>
              </a:defRPr>
            </a:lvl7pPr>
            <a:lvl8pPr algn="l">
              <a:defRPr sz="1275" b="1">
                <a:solidFill>
                  <a:srgbClr val="62D7BE"/>
                </a:solidFill>
                <a:latin typeface="Arial"/>
                <a:ea typeface="Arial"/>
                <a:cs typeface="Arial"/>
              </a:defRPr>
            </a:lvl8pPr>
            <a:lvl9pPr algn="l">
              <a:defRPr sz="1275" b="1">
                <a:solidFill>
                  <a:srgbClr val="62D7BE"/>
                </a:solidFill>
                <a:latin typeface="Arial"/>
                <a:ea typeface="Arial"/>
                <a:cs typeface="Arial"/>
              </a:defRPr>
            </a:lvl9pPr>
          </a:lstStyle>
          <a:p xmlns:a="http://schemas.openxmlformats.org/drawingml/2006/main">
            <a:pPr algn="l">
              <a:defRPr sz="1275" b="1">
                <a:solidFill>
                  <a:srgbClr val="62D7BE"/>
                </a:solidFill>
                <a:latin typeface="Arial"/>
                <a:ea typeface="Arial"/>
                <a:cs typeface="Arial"/>
              </a:defRPr>
            </a:pPr>
            <a:r>
              <a:rPr sz="1275" b="1">
                <a:solidFill>
                  <a:srgbClr val="62D7BE"/>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199A9093-CC27-4932-9EEF-587BF9123A96}"/>
              </a:ext>
            </a:extLst>
          </p:cNvPr>
          <p:cNvSpPr>
            <a:spLocks xmlns:a="http://schemas.openxmlformats.org/drawingml/2006/main" noGrp="1"/>
          </p:cNvSpPr>
          <p:nvPr/>
        </p:nvSpPr>
        <p:spPr>
          <a:xfrm xmlns:a="http://schemas.openxmlformats.org/drawingml/2006/main">
            <a:off x="2686050" y="2790825"/>
            <a:ext cx="133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6F3EB"/>
                </a:solidFill>
                <a:latin typeface="Arial"/>
                <a:ea typeface="Arial"/>
                <a:cs typeface="Arial"/>
              </a:defRPr>
            </a:defPPr>
            <a:lvl1pPr algn="l">
              <a:defRPr sz="1875" b="1">
                <a:solidFill>
                  <a:srgbClr val="F6F3EB"/>
                </a:solidFill>
                <a:latin typeface="Arial"/>
                <a:ea typeface="Arial"/>
                <a:cs typeface="Arial"/>
              </a:defRPr>
            </a:lvl1pPr>
            <a:lvl2pPr algn="l">
              <a:defRPr sz="1875" b="1">
                <a:solidFill>
                  <a:srgbClr val="F6F3EB"/>
                </a:solidFill>
                <a:latin typeface="Arial"/>
                <a:ea typeface="Arial"/>
                <a:cs typeface="Arial"/>
              </a:defRPr>
            </a:lvl2pPr>
            <a:lvl3pPr algn="l">
              <a:defRPr sz="1875" b="1">
                <a:solidFill>
                  <a:srgbClr val="F6F3EB"/>
                </a:solidFill>
                <a:latin typeface="Arial"/>
                <a:ea typeface="Arial"/>
                <a:cs typeface="Arial"/>
              </a:defRPr>
            </a:lvl3pPr>
            <a:lvl4pPr algn="l">
              <a:defRPr sz="1875" b="1">
                <a:solidFill>
                  <a:srgbClr val="F6F3EB"/>
                </a:solidFill>
                <a:latin typeface="Arial"/>
                <a:ea typeface="Arial"/>
                <a:cs typeface="Arial"/>
              </a:defRPr>
            </a:lvl4pPr>
            <a:lvl5pPr algn="l">
              <a:defRPr sz="1875" b="1">
                <a:solidFill>
                  <a:srgbClr val="F6F3EB"/>
                </a:solidFill>
                <a:latin typeface="Arial"/>
                <a:ea typeface="Arial"/>
                <a:cs typeface="Arial"/>
              </a:defRPr>
            </a:lvl5pPr>
            <a:lvl6pPr algn="l">
              <a:defRPr sz="1875" b="1">
                <a:solidFill>
                  <a:srgbClr val="F6F3EB"/>
                </a:solidFill>
                <a:latin typeface="Arial"/>
                <a:ea typeface="Arial"/>
                <a:cs typeface="Arial"/>
              </a:defRPr>
            </a:lvl6pPr>
            <a:lvl7pPr algn="l">
              <a:defRPr sz="1875" b="1">
                <a:solidFill>
                  <a:srgbClr val="F6F3EB"/>
                </a:solidFill>
                <a:latin typeface="Arial"/>
                <a:ea typeface="Arial"/>
                <a:cs typeface="Arial"/>
              </a:defRPr>
            </a:lvl7pPr>
            <a:lvl8pPr algn="l">
              <a:defRPr sz="1875" b="1">
                <a:solidFill>
                  <a:srgbClr val="F6F3EB"/>
                </a:solidFill>
                <a:latin typeface="Arial"/>
                <a:ea typeface="Arial"/>
                <a:cs typeface="Arial"/>
              </a:defRPr>
            </a:lvl8pPr>
            <a:lvl9pPr algn="l">
              <a:defRPr sz="1875" b="1">
                <a:solidFill>
                  <a:srgbClr val="F6F3EB"/>
                </a:solidFill>
                <a:latin typeface="Arial"/>
                <a:ea typeface="Arial"/>
                <a:cs typeface="Arial"/>
              </a:defRPr>
            </a:lvl9pPr>
          </a:lstStyle>
          <a:p xmlns:a="http://schemas.openxmlformats.org/drawingml/2006/main">
            <a:pPr algn="l">
              <a:defRPr sz="1875" b="1">
                <a:solidFill>
                  <a:srgbClr val="F6F3EB"/>
                </a:solidFill>
                <a:latin typeface="Arial"/>
                <a:ea typeface="Arial"/>
                <a:cs typeface="Arial"/>
              </a:defRPr>
            </a:pPr>
            <a:r>
              <a:rPr sz="1875" b="1">
                <a:solidFill>
                  <a:srgbClr val="F6F3EB"/>
                </a:solidFill>
                <a:latin typeface="Arial"/>
                <a:ea typeface="Arial"/>
                <a:cs typeface="Arial"/>
              </a:rPr>
              <a:t>Bounded worker</a:t>
            </a:r>
          </a:p>
        </p:txBody>
      </p:sp>
      <p:sp>
        <p:nvSpPr>
          <p:cNvPr id="14" name="">
            <a:extLst xmlns:a="http://schemas.openxmlformats.org/drawingml/2006/main">
              <a:ext uri="{FF2B5EF4-FFF2-40B4-BE49-F238E27FC236}">
                <a16:creationId xmlns:a16="http://schemas.microsoft.com/office/drawing/2014/main" id="{3BCFFDF3-606F-4409-8EA4-826EB95DA799}"/>
              </a:ext>
            </a:extLst>
          </p:cNvPr>
          <p:cNvSpPr>
            <a:spLocks xmlns:a="http://schemas.openxmlformats.org/drawingml/2006/main" noGrp="1"/>
          </p:cNvSpPr>
          <p:nvPr/>
        </p:nvSpPr>
        <p:spPr>
          <a:xfrm xmlns:a="http://schemas.openxmlformats.org/drawingml/2006/main">
            <a:off x="2686050" y="3381375"/>
            <a:ext cx="1333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9BABB8"/>
                </a:solidFill>
                <a:latin typeface="Arial"/>
                <a:ea typeface="Arial"/>
                <a:cs typeface="Arial"/>
              </a:defRPr>
            </a:defPPr>
            <a:lvl1pPr algn="l">
              <a:defRPr sz="1350" b="0">
                <a:solidFill>
                  <a:srgbClr val="9BABB8"/>
                </a:solidFill>
                <a:latin typeface="Arial"/>
                <a:ea typeface="Arial"/>
                <a:cs typeface="Arial"/>
              </a:defRPr>
            </a:lvl1pPr>
            <a:lvl2pPr algn="l">
              <a:defRPr sz="1350" b="0">
                <a:solidFill>
                  <a:srgbClr val="9BABB8"/>
                </a:solidFill>
                <a:latin typeface="Arial"/>
                <a:ea typeface="Arial"/>
                <a:cs typeface="Arial"/>
              </a:defRPr>
            </a:lvl2pPr>
            <a:lvl3pPr algn="l">
              <a:defRPr sz="1350" b="0">
                <a:solidFill>
                  <a:srgbClr val="9BABB8"/>
                </a:solidFill>
                <a:latin typeface="Arial"/>
                <a:ea typeface="Arial"/>
                <a:cs typeface="Arial"/>
              </a:defRPr>
            </a:lvl3pPr>
            <a:lvl4pPr algn="l">
              <a:defRPr sz="1350" b="0">
                <a:solidFill>
                  <a:srgbClr val="9BABB8"/>
                </a:solidFill>
                <a:latin typeface="Arial"/>
                <a:ea typeface="Arial"/>
                <a:cs typeface="Arial"/>
              </a:defRPr>
            </a:lvl4pPr>
            <a:lvl5pPr algn="l">
              <a:defRPr sz="1350" b="0">
                <a:solidFill>
                  <a:srgbClr val="9BABB8"/>
                </a:solidFill>
                <a:latin typeface="Arial"/>
                <a:ea typeface="Arial"/>
                <a:cs typeface="Arial"/>
              </a:defRPr>
            </a:lvl5pPr>
            <a:lvl6pPr algn="l">
              <a:defRPr sz="1350" b="0">
                <a:solidFill>
                  <a:srgbClr val="9BABB8"/>
                </a:solidFill>
                <a:latin typeface="Arial"/>
                <a:ea typeface="Arial"/>
                <a:cs typeface="Arial"/>
              </a:defRPr>
            </a:lvl6pPr>
            <a:lvl7pPr algn="l">
              <a:defRPr sz="1350" b="0">
                <a:solidFill>
                  <a:srgbClr val="9BABB8"/>
                </a:solidFill>
                <a:latin typeface="Arial"/>
                <a:ea typeface="Arial"/>
                <a:cs typeface="Arial"/>
              </a:defRPr>
            </a:lvl7pPr>
            <a:lvl8pPr algn="l">
              <a:defRPr sz="1350" b="0">
                <a:solidFill>
                  <a:srgbClr val="9BABB8"/>
                </a:solidFill>
                <a:latin typeface="Arial"/>
                <a:ea typeface="Arial"/>
                <a:cs typeface="Arial"/>
              </a:defRPr>
            </a:lvl8pPr>
            <a:lvl9pPr algn="l">
              <a:defRPr sz="1350" b="0">
                <a:solidFill>
                  <a:srgbClr val="9BABB8"/>
                </a:solidFill>
                <a:latin typeface="Arial"/>
                <a:ea typeface="Arial"/>
                <a:cs typeface="Arial"/>
              </a:defRPr>
            </a:lvl9pPr>
          </a:lstStyle>
          <a:p xmlns:a="http://schemas.openxmlformats.org/drawingml/2006/main">
            <a:pPr algn="l">
              <a:defRPr sz="1350" b="0">
                <a:solidFill>
                  <a:srgbClr val="9BABB8"/>
                </a:solidFill>
                <a:latin typeface="Arial"/>
                <a:ea typeface="Arial"/>
                <a:cs typeface="Arial"/>
              </a:defRPr>
            </a:pPr>
            <a:r>
              <a:rPr sz="1350" b="0">
                <a:solidFill>
                  <a:srgbClr val="9BABB8"/>
                </a:solidFill>
                <a:latin typeface="Arial"/>
                <a:ea typeface="Arial"/>
                <a:cs typeface="Arial"/>
              </a:rPr>
              <a:t>Process gate and checkpoints</a:t>
            </a:r>
          </a:p>
        </p:txBody>
      </p:sp>
      <p:sp>
        <p:nvSpPr>
          <p:cNvPr id="15" name="">
            <a:extLst xmlns:a="http://schemas.openxmlformats.org/drawingml/2006/main">
              <a:ext uri="{FF2B5EF4-FFF2-40B4-BE49-F238E27FC236}">
                <a16:creationId xmlns:a16="http://schemas.microsoft.com/office/drawing/2014/main" id="{F01415F4-AC7E-4717-8F69-ABA5C49E90A1}"/>
              </a:ext>
            </a:extLst>
          </p:cNvPr>
          <p:cNvSpPr>
            <a:spLocks xmlns:a="http://schemas.openxmlformats.org/drawingml/2006/main" noGrp="1"/>
          </p:cNvSpPr>
          <p:nvPr/>
        </p:nvSpPr>
        <p:spPr>
          <a:xfrm xmlns:a="http://schemas.openxmlformats.org/drawingml/2006/main">
            <a:off x="4143375" y="2905125"/>
            <a:ext cx="209550" cy="19050"/>
          </a:xfrm>
          <a:prstGeom xmlns:a="http://schemas.openxmlformats.org/drawingml/2006/main" prst="rect">
            <a:avLst/>
          </a:prstGeom>
          <a:solidFill xmlns:a="http://schemas.openxmlformats.org/drawingml/2006/main">
            <a:srgbClr val="62D7B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6EF9EB0-1A51-4C13-9D02-70DC77F7BE0E}"/>
              </a:ext>
            </a:extLst>
          </p:cNvPr>
          <p:cNvSpPr>
            <a:spLocks xmlns:a="http://schemas.openxmlformats.org/drawingml/2006/main" noGrp="1"/>
          </p:cNvSpPr>
          <p:nvPr/>
        </p:nvSpPr>
        <p:spPr>
          <a:xfrm xmlns:a="http://schemas.openxmlformats.org/drawingml/2006/main">
            <a:off x="4381500" y="2228850"/>
            <a:ext cx="1581150" cy="1905000"/>
          </a:xfrm>
          <a:prstGeom xmlns:a="http://schemas.openxmlformats.org/drawingml/2006/main" prst="rect">
            <a:avLst/>
          </a:prstGeom>
          <a:solidFill xmlns:a="http://schemas.openxmlformats.org/drawingml/2006/main">
            <a:srgbClr val="1C2C3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0722622-85F6-456C-BD85-8A3370F3CEAB}"/>
              </a:ext>
            </a:extLst>
          </p:cNvPr>
          <p:cNvSpPr>
            <a:spLocks xmlns:a="http://schemas.openxmlformats.org/drawingml/2006/main" noGrp="1"/>
          </p:cNvSpPr>
          <p:nvPr/>
        </p:nvSpPr>
        <p:spPr>
          <a:xfrm xmlns:a="http://schemas.openxmlformats.org/drawingml/2006/main">
            <a:off x="4533900" y="238125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62D7BE"/>
                </a:solidFill>
                <a:latin typeface="Arial"/>
                <a:ea typeface="Arial"/>
                <a:cs typeface="Arial"/>
              </a:defRPr>
            </a:defPPr>
            <a:lvl1pPr algn="l">
              <a:defRPr sz="1275" b="1">
                <a:solidFill>
                  <a:srgbClr val="62D7BE"/>
                </a:solidFill>
                <a:latin typeface="Arial"/>
                <a:ea typeface="Arial"/>
                <a:cs typeface="Arial"/>
              </a:defRPr>
            </a:lvl1pPr>
            <a:lvl2pPr algn="l">
              <a:defRPr sz="1275" b="1">
                <a:solidFill>
                  <a:srgbClr val="62D7BE"/>
                </a:solidFill>
                <a:latin typeface="Arial"/>
                <a:ea typeface="Arial"/>
                <a:cs typeface="Arial"/>
              </a:defRPr>
            </a:lvl2pPr>
            <a:lvl3pPr algn="l">
              <a:defRPr sz="1275" b="1">
                <a:solidFill>
                  <a:srgbClr val="62D7BE"/>
                </a:solidFill>
                <a:latin typeface="Arial"/>
                <a:ea typeface="Arial"/>
                <a:cs typeface="Arial"/>
              </a:defRPr>
            </a:lvl3pPr>
            <a:lvl4pPr algn="l">
              <a:defRPr sz="1275" b="1">
                <a:solidFill>
                  <a:srgbClr val="62D7BE"/>
                </a:solidFill>
                <a:latin typeface="Arial"/>
                <a:ea typeface="Arial"/>
                <a:cs typeface="Arial"/>
              </a:defRPr>
            </a:lvl4pPr>
            <a:lvl5pPr algn="l">
              <a:defRPr sz="1275" b="1">
                <a:solidFill>
                  <a:srgbClr val="62D7BE"/>
                </a:solidFill>
                <a:latin typeface="Arial"/>
                <a:ea typeface="Arial"/>
                <a:cs typeface="Arial"/>
              </a:defRPr>
            </a:lvl5pPr>
            <a:lvl6pPr algn="l">
              <a:defRPr sz="1275" b="1">
                <a:solidFill>
                  <a:srgbClr val="62D7BE"/>
                </a:solidFill>
                <a:latin typeface="Arial"/>
                <a:ea typeface="Arial"/>
                <a:cs typeface="Arial"/>
              </a:defRPr>
            </a:lvl6pPr>
            <a:lvl7pPr algn="l">
              <a:defRPr sz="1275" b="1">
                <a:solidFill>
                  <a:srgbClr val="62D7BE"/>
                </a:solidFill>
                <a:latin typeface="Arial"/>
                <a:ea typeface="Arial"/>
                <a:cs typeface="Arial"/>
              </a:defRPr>
            </a:lvl7pPr>
            <a:lvl8pPr algn="l">
              <a:defRPr sz="1275" b="1">
                <a:solidFill>
                  <a:srgbClr val="62D7BE"/>
                </a:solidFill>
                <a:latin typeface="Arial"/>
                <a:ea typeface="Arial"/>
                <a:cs typeface="Arial"/>
              </a:defRPr>
            </a:lvl8pPr>
            <a:lvl9pPr algn="l">
              <a:defRPr sz="1275" b="1">
                <a:solidFill>
                  <a:srgbClr val="62D7BE"/>
                </a:solidFill>
                <a:latin typeface="Arial"/>
                <a:ea typeface="Arial"/>
                <a:cs typeface="Arial"/>
              </a:defRPr>
            </a:lvl9pPr>
          </a:lstStyle>
          <a:p xmlns:a="http://schemas.openxmlformats.org/drawingml/2006/main">
            <a:pPr algn="l">
              <a:defRPr sz="1275" b="1">
                <a:solidFill>
                  <a:srgbClr val="62D7BE"/>
                </a:solidFill>
                <a:latin typeface="Arial"/>
                <a:ea typeface="Arial"/>
                <a:cs typeface="Arial"/>
              </a:defRPr>
            </a:pPr>
            <a:r>
              <a:rPr sz="1275" b="1">
                <a:solidFill>
                  <a:srgbClr val="62D7BE"/>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7298DBA5-3FD5-4E9A-857E-EDE412A9985E}"/>
              </a:ext>
            </a:extLst>
          </p:cNvPr>
          <p:cNvSpPr>
            <a:spLocks xmlns:a="http://schemas.openxmlformats.org/drawingml/2006/main" noGrp="1"/>
          </p:cNvSpPr>
          <p:nvPr/>
        </p:nvSpPr>
        <p:spPr>
          <a:xfrm xmlns:a="http://schemas.openxmlformats.org/drawingml/2006/main">
            <a:off x="4533900" y="2790825"/>
            <a:ext cx="133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6F3EB"/>
                </a:solidFill>
                <a:latin typeface="Arial"/>
                <a:ea typeface="Arial"/>
                <a:cs typeface="Arial"/>
              </a:defRPr>
            </a:defPPr>
            <a:lvl1pPr algn="l">
              <a:defRPr sz="1875" b="1">
                <a:solidFill>
                  <a:srgbClr val="F6F3EB"/>
                </a:solidFill>
                <a:latin typeface="Arial"/>
                <a:ea typeface="Arial"/>
                <a:cs typeface="Arial"/>
              </a:defRPr>
            </a:lvl1pPr>
            <a:lvl2pPr algn="l">
              <a:defRPr sz="1875" b="1">
                <a:solidFill>
                  <a:srgbClr val="F6F3EB"/>
                </a:solidFill>
                <a:latin typeface="Arial"/>
                <a:ea typeface="Arial"/>
                <a:cs typeface="Arial"/>
              </a:defRPr>
            </a:lvl2pPr>
            <a:lvl3pPr algn="l">
              <a:defRPr sz="1875" b="1">
                <a:solidFill>
                  <a:srgbClr val="F6F3EB"/>
                </a:solidFill>
                <a:latin typeface="Arial"/>
                <a:ea typeface="Arial"/>
                <a:cs typeface="Arial"/>
              </a:defRPr>
            </a:lvl3pPr>
            <a:lvl4pPr algn="l">
              <a:defRPr sz="1875" b="1">
                <a:solidFill>
                  <a:srgbClr val="F6F3EB"/>
                </a:solidFill>
                <a:latin typeface="Arial"/>
                <a:ea typeface="Arial"/>
                <a:cs typeface="Arial"/>
              </a:defRPr>
            </a:lvl4pPr>
            <a:lvl5pPr algn="l">
              <a:defRPr sz="1875" b="1">
                <a:solidFill>
                  <a:srgbClr val="F6F3EB"/>
                </a:solidFill>
                <a:latin typeface="Arial"/>
                <a:ea typeface="Arial"/>
                <a:cs typeface="Arial"/>
              </a:defRPr>
            </a:lvl5pPr>
            <a:lvl6pPr algn="l">
              <a:defRPr sz="1875" b="1">
                <a:solidFill>
                  <a:srgbClr val="F6F3EB"/>
                </a:solidFill>
                <a:latin typeface="Arial"/>
                <a:ea typeface="Arial"/>
                <a:cs typeface="Arial"/>
              </a:defRPr>
            </a:lvl6pPr>
            <a:lvl7pPr algn="l">
              <a:defRPr sz="1875" b="1">
                <a:solidFill>
                  <a:srgbClr val="F6F3EB"/>
                </a:solidFill>
                <a:latin typeface="Arial"/>
                <a:ea typeface="Arial"/>
                <a:cs typeface="Arial"/>
              </a:defRPr>
            </a:lvl7pPr>
            <a:lvl8pPr algn="l">
              <a:defRPr sz="1875" b="1">
                <a:solidFill>
                  <a:srgbClr val="F6F3EB"/>
                </a:solidFill>
                <a:latin typeface="Arial"/>
                <a:ea typeface="Arial"/>
                <a:cs typeface="Arial"/>
              </a:defRPr>
            </a:lvl8pPr>
            <a:lvl9pPr algn="l">
              <a:defRPr sz="1875" b="1">
                <a:solidFill>
                  <a:srgbClr val="F6F3EB"/>
                </a:solidFill>
                <a:latin typeface="Arial"/>
                <a:ea typeface="Arial"/>
                <a:cs typeface="Arial"/>
              </a:defRPr>
            </a:lvl9pPr>
          </a:lstStyle>
          <a:p xmlns:a="http://schemas.openxmlformats.org/drawingml/2006/main">
            <a:pPr algn="l">
              <a:defRPr sz="1875" b="1">
                <a:solidFill>
                  <a:srgbClr val="F6F3EB"/>
                </a:solidFill>
                <a:latin typeface="Arial"/>
                <a:ea typeface="Arial"/>
                <a:cs typeface="Arial"/>
              </a:defRPr>
            </a:pPr>
            <a:r>
              <a:rPr sz="1875" b="1">
                <a:solidFill>
                  <a:srgbClr val="F6F3EB"/>
                </a:solidFill>
                <a:latin typeface="Arial"/>
                <a:ea typeface="Arial"/>
                <a:cs typeface="Arial"/>
              </a:rPr>
              <a:t>Speech recognition</a:t>
            </a:r>
          </a:p>
        </p:txBody>
      </p:sp>
      <p:sp>
        <p:nvSpPr>
          <p:cNvPr id="19" name="">
            <a:extLst xmlns:a="http://schemas.openxmlformats.org/drawingml/2006/main">
              <a:ext uri="{FF2B5EF4-FFF2-40B4-BE49-F238E27FC236}">
                <a16:creationId xmlns:a16="http://schemas.microsoft.com/office/drawing/2014/main" id="{421B6384-39B4-49CA-A2B5-95A948C6DEF9}"/>
              </a:ext>
            </a:extLst>
          </p:cNvPr>
          <p:cNvSpPr>
            <a:spLocks xmlns:a="http://schemas.openxmlformats.org/drawingml/2006/main" noGrp="1"/>
          </p:cNvSpPr>
          <p:nvPr/>
        </p:nvSpPr>
        <p:spPr>
          <a:xfrm xmlns:a="http://schemas.openxmlformats.org/drawingml/2006/main">
            <a:off x="4533900" y="3381375"/>
            <a:ext cx="1333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9BABB8"/>
                </a:solidFill>
                <a:latin typeface="Arial"/>
                <a:ea typeface="Arial"/>
                <a:cs typeface="Arial"/>
              </a:defRPr>
            </a:defPPr>
            <a:lvl1pPr algn="l">
              <a:defRPr sz="1350" b="0">
                <a:solidFill>
                  <a:srgbClr val="9BABB8"/>
                </a:solidFill>
                <a:latin typeface="Arial"/>
                <a:ea typeface="Arial"/>
                <a:cs typeface="Arial"/>
              </a:defRPr>
            </a:lvl1pPr>
            <a:lvl2pPr algn="l">
              <a:defRPr sz="1350" b="0">
                <a:solidFill>
                  <a:srgbClr val="9BABB8"/>
                </a:solidFill>
                <a:latin typeface="Arial"/>
                <a:ea typeface="Arial"/>
                <a:cs typeface="Arial"/>
              </a:defRPr>
            </a:lvl2pPr>
            <a:lvl3pPr algn="l">
              <a:defRPr sz="1350" b="0">
                <a:solidFill>
                  <a:srgbClr val="9BABB8"/>
                </a:solidFill>
                <a:latin typeface="Arial"/>
                <a:ea typeface="Arial"/>
                <a:cs typeface="Arial"/>
              </a:defRPr>
            </a:lvl3pPr>
            <a:lvl4pPr algn="l">
              <a:defRPr sz="1350" b="0">
                <a:solidFill>
                  <a:srgbClr val="9BABB8"/>
                </a:solidFill>
                <a:latin typeface="Arial"/>
                <a:ea typeface="Arial"/>
                <a:cs typeface="Arial"/>
              </a:defRPr>
            </a:lvl4pPr>
            <a:lvl5pPr algn="l">
              <a:defRPr sz="1350" b="0">
                <a:solidFill>
                  <a:srgbClr val="9BABB8"/>
                </a:solidFill>
                <a:latin typeface="Arial"/>
                <a:ea typeface="Arial"/>
                <a:cs typeface="Arial"/>
              </a:defRPr>
            </a:lvl5pPr>
            <a:lvl6pPr algn="l">
              <a:defRPr sz="1350" b="0">
                <a:solidFill>
                  <a:srgbClr val="9BABB8"/>
                </a:solidFill>
                <a:latin typeface="Arial"/>
                <a:ea typeface="Arial"/>
                <a:cs typeface="Arial"/>
              </a:defRPr>
            </a:lvl6pPr>
            <a:lvl7pPr algn="l">
              <a:defRPr sz="1350" b="0">
                <a:solidFill>
                  <a:srgbClr val="9BABB8"/>
                </a:solidFill>
                <a:latin typeface="Arial"/>
                <a:ea typeface="Arial"/>
                <a:cs typeface="Arial"/>
              </a:defRPr>
            </a:lvl7pPr>
            <a:lvl8pPr algn="l">
              <a:defRPr sz="1350" b="0">
                <a:solidFill>
                  <a:srgbClr val="9BABB8"/>
                </a:solidFill>
                <a:latin typeface="Arial"/>
                <a:ea typeface="Arial"/>
                <a:cs typeface="Arial"/>
              </a:defRPr>
            </a:lvl8pPr>
            <a:lvl9pPr algn="l">
              <a:defRPr sz="1350" b="0">
                <a:solidFill>
                  <a:srgbClr val="9BABB8"/>
                </a:solidFill>
                <a:latin typeface="Arial"/>
                <a:ea typeface="Arial"/>
                <a:cs typeface="Arial"/>
              </a:defRPr>
            </a:lvl9pPr>
          </a:lstStyle>
          <a:p xmlns:a="http://schemas.openxmlformats.org/drawingml/2006/main">
            <a:pPr algn="l">
              <a:defRPr sz="1350" b="0">
                <a:solidFill>
                  <a:srgbClr val="9BABB8"/>
                </a:solidFill>
                <a:latin typeface="Arial"/>
                <a:ea typeface="Arial"/>
                <a:cs typeface="Arial"/>
              </a:defRPr>
            </a:pPr>
            <a:r>
              <a:rPr sz="1350" b="0">
                <a:solidFill>
                  <a:srgbClr val="9BABB8"/>
                </a:solidFill>
                <a:latin typeface="Arial"/>
                <a:ea typeface="Arial"/>
                <a:cs typeface="Arial"/>
              </a:rPr>
              <a:t>Whisper word estimates</a:t>
            </a:r>
          </a:p>
        </p:txBody>
      </p:sp>
      <p:sp>
        <p:nvSpPr>
          <p:cNvPr id="20" name="">
            <a:extLst xmlns:a="http://schemas.openxmlformats.org/drawingml/2006/main">
              <a:ext uri="{FF2B5EF4-FFF2-40B4-BE49-F238E27FC236}">
                <a16:creationId xmlns:a16="http://schemas.microsoft.com/office/drawing/2014/main" id="{82503511-84FB-424F-B422-6DF5ABB8A81A}"/>
              </a:ext>
            </a:extLst>
          </p:cNvPr>
          <p:cNvSpPr>
            <a:spLocks xmlns:a="http://schemas.openxmlformats.org/drawingml/2006/main" noGrp="1"/>
          </p:cNvSpPr>
          <p:nvPr/>
        </p:nvSpPr>
        <p:spPr>
          <a:xfrm xmlns:a="http://schemas.openxmlformats.org/drawingml/2006/main">
            <a:off x="5991225" y="2905125"/>
            <a:ext cx="209550" cy="19050"/>
          </a:xfrm>
          <a:prstGeom xmlns:a="http://schemas.openxmlformats.org/drawingml/2006/main" prst="rect">
            <a:avLst/>
          </a:prstGeom>
          <a:solidFill xmlns:a="http://schemas.openxmlformats.org/drawingml/2006/main">
            <a:srgbClr val="62D7BE"/>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D6FDC10-E2B5-4FC0-919E-5BABF0521DE0}"/>
              </a:ext>
            </a:extLst>
          </p:cNvPr>
          <p:cNvSpPr>
            <a:spLocks xmlns:a="http://schemas.openxmlformats.org/drawingml/2006/main" noGrp="1"/>
          </p:cNvSpPr>
          <p:nvPr/>
        </p:nvSpPr>
        <p:spPr>
          <a:xfrm xmlns:a="http://schemas.openxmlformats.org/drawingml/2006/main">
            <a:off x="6229350" y="2228850"/>
            <a:ext cx="1581150" cy="1905000"/>
          </a:xfrm>
          <a:prstGeom xmlns:a="http://schemas.openxmlformats.org/drawingml/2006/main" prst="rect">
            <a:avLst/>
          </a:prstGeom>
          <a:solidFill xmlns:a="http://schemas.openxmlformats.org/drawingml/2006/main">
            <a:srgbClr val="1C2C39"/>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9BE6E45-56E9-4970-80D6-E353B906162E}"/>
              </a:ext>
            </a:extLst>
          </p:cNvPr>
          <p:cNvSpPr>
            <a:spLocks xmlns:a="http://schemas.openxmlformats.org/drawingml/2006/main" noGrp="1"/>
          </p:cNvSpPr>
          <p:nvPr/>
        </p:nvSpPr>
        <p:spPr>
          <a:xfrm xmlns:a="http://schemas.openxmlformats.org/drawingml/2006/main">
            <a:off x="6381750" y="238125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62D7BE"/>
                </a:solidFill>
                <a:latin typeface="Arial"/>
                <a:ea typeface="Arial"/>
                <a:cs typeface="Arial"/>
              </a:defRPr>
            </a:defPPr>
            <a:lvl1pPr algn="l">
              <a:defRPr sz="1275" b="1">
                <a:solidFill>
                  <a:srgbClr val="62D7BE"/>
                </a:solidFill>
                <a:latin typeface="Arial"/>
                <a:ea typeface="Arial"/>
                <a:cs typeface="Arial"/>
              </a:defRPr>
            </a:lvl1pPr>
            <a:lvl2pPr algn="l">
              <a:defRPr sz="1275" b="1">
                <a:solidFill>
                  <a:srgbClr val="62D7BE"/>
                </a:solidFill>
                <a:latin typeface="Arial"/>
                <a:ea typeface="Arial"/>
                <a:cs typeface="Arial"/>
              </a:defRPr>
            </a:lvl2pPr>
            <a:lvl3pPr algn="l">
              <a:defRPr sz="1275" b="1">
                <a:solidFill>
                  <a:srgbClr val="62D7BE"/>
                </a:solidFill>
                <a:latin typeface="Arial"/>
                <a:ea typeface="Arial"/>
                <a:cs typeface="Arial"/>
              </a:defRPr>
            </a:lvl3pPr>
            <a:lvl4pPr algn="l">
              <a:defRPr sz="1275" b="1">
                <a:solidFill>
                  <a:srgbClr val="62D7BE"/>
                </a:solidFill>
                <a:latin typeface="Arial"/>
                <a:ea typeface="Arial"/>
                <a:cs typeface="Arial"/>
              </a:defRPr>
            </a:lvl4pPr>
            <a:lvl5pPr algn="l">
              <a:defRPr sz="1275" b="1">
                <a:solidFill>
                  <a:srgbClr val="62D7BE"/>
                </a:solidFill>
                <a:latin typeface="Arial"/>
                <a:ea typeface="Arial"/>
                <a:cs typeface="Arial"/>
              </a:defRPr>
            </a:lvl5pPr>
            <a:lvl6pPr algn="l">
              <a:defRPr sz="1275" b="1">
                <a:solidFill>
                  <a:srgbClr val="62D7BE"/>
                </a:solidFill>
                <a:latin typeface="Arial"/>
                <a:ea typeface="Arial"/>
                <a:cs typeface="Arial"/>
              </a:defRPr>
            </a:lvl6pPr>
            <a:lvl7pPr algn="l">
              <a:defRPr sz="1275" b="1">
                <a:solidFill>
                  <a:srgbClr val="62D7BE"/>
                </a:solidFill>
                <a:latin typeface="Arial"/>
                <a:ea typeface="Arial"/>
                <a:cs typeface="Arial"/>
              </a:defRPr>
            </a:lvl7pPr>
            <a:lvl8pPr algn="l">
              <a:defRPr sz="1275" b="1">
                <a:solidFill>
                  <a:srgbClr val="62D7BE"/>
                </a:solidFill>
                <a:latin typeface="Arial"/>
                <a:ea typeface="Arial"/>
                <a:cs typeface="Arial"/>
              </a:defRPr>
            </a:lvl8pPr>
            <a:lvl9pPr algn="l">
              <a:defRPr sz="1275" b="1">
                <a:solidFill>
                  <a:srgbClr val="62D7BE"/>
                </a:solidFill>
                <a:latin typeface="Arial"/>
                <a:ea typeface="Arial"/>
                <a:cs typeface="Arial"/>
              </a:defRPr>
            </a:lvl9pPr>
          </a:lstStyle>
          <a:p xmlns:a="http://schemas.openxmlformats.org/drawingml/2006/main">
            <a:pPr algn="l">
              <a:defRPr sz="1275" b="1">
                <a:solidFill>
                  <a:srgbClr val="62D7BE"/>
                </a:solidFill>
                <a:latin typeface="Arial"/>
                <a:ea typeface="Arial"/>
                <a:cs typeface="Arial"/>
              </a:defRPr>
            </a:pPr>
            <a:r>
              <a:rPr sz="1275" b="1">
                <a:solidFill>
                  <a:srgbClr val="62D7BE"/>
                </a:solidFill>
                <a:latin typeface="Arial"/>
                <a:ea typeface="Arial"/>
                <a:cs typeface="Arial"/>
              </a:rPr>
              <a:t>04</a:t>
            </a:r>
          </a:p>
        </p:txBody>
      </p:sp>
      <p:sp>
        <p:nvSpPr>
          <p:cNvPr id="23" name="">
            <a:extLst xmlns:a="http://schemas.openxmlformats.org/drawingml/2006/main">
              <a:ext uri="{FF2B5EF4-FFF2-40B4-BE49-F238E27FC236}">
                <a16:creationId xmlns:a16="http://schemas.microsoft.com/office/drawing/2014/main" id="{E8A5F8C4-6E25-47EC-B013-8BE957CB747F}"/>
              </a:ext>
            </a:extLst>
          </p:cNvPr>
          <p:cNvSpPr>
            <a:spLocks xmlns:a="http://schemas.openxmlformats.org/drawingml/2006/main" noGrp="1"/>
          </p:cNvSpPr>
          <p:nvPr/>
        </p:nvSpPr>
        <p:spPr>
          <a:xfrm xmlns:a="http://schemas.openxmlformats.org/drawingml/2006/main">
            <a:off x="6381750" y="2790825"/>
            <a:ext cx="133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6F3EB"/>
                </a:solidFill>
                <a:latin typeface="Arial"/>
                <a:ea typeface="Arial"/>
                <a:cs typeface="Arial"/>
              </a:defRPr>
            </a:defPPr>
            <a:lvl1pPr algn="l">
              <a:defRPr sz="1875" b="1">
                <a:solidFill>
                  <a:srgbClr val="F6F3EB"/>
                </a:solidFill>
                <a:latin typeface="Arial"/>
                <a:ea typeface="Arial"/>
                <a:cs typeface="Arial"/>
              </a:defRPr>
            </a:lvl1pPr>
            <a:lvl2pPr algn="l">
              <a:defRPr sz="1875" b="1">
                <a:solidFill>
                  <a:srgbClr val="F6F3EB"/>
                </a:solidFill>
                <a:latin typeface="Arial"/>
                <a:ea typeface="Arial"/>
                <a:cs typeface="Arial"/>
              </a:defRPr>
            </a:lvl2pPr>
            <a:lvl3pPr algn="l">
              <a:defRPr sz="1875" b="1">
                <a:solidFill>
                  <a:srgbClr val="F6F3EB"/>
                </a:solidFill>
                <a:latin typeface="Arial"/>
                <a:ea typeface="Arial"/>
                <a:cs typeface="Arial"/>
              </a:defRPr>
            </a:lvl3pPr>
            <a:lvl4pPr algn="l">
              <a:defRPr sz="1875" b="1">
                <a:solidFill>
                  <a:srgbClr val="F6F3EB"/>
                </a:solidFill>
                <a:latin typeface="Arial"/>
                <a:ea typeface="Arial"/>
                <a:cs typeface="Arial"/>
              </a:defRPr>
            </a:lvl4pPr>
            <a:lvl5pPr algn="l">
              <a:defRPr sz="1875" b="1">
                <a:solidFill>
                  <a:srgbClr val="F6F3EB"/>
                </a:solidFill>
                <a:latin typeface="Arial"/>
                <a:ea typeface="Arial"/>
                <a:cs typeface="Arial"/>
              </a:defRPr>
            </a:lvl5pPr>
            <a:lvl6pPr algn="l">
              <a:defRPr sz="1875" b="1">
                <a:solidFill>
                  <a:srgbClr val="F6F3EB"/>
                </a:solidFill>
                <a:latin typeface="Arial"/>
                <a:ea typeface="Arial"/>
                <a:cs typeface="Arial"/>
              </a:defRPr>
            </a:lvl6pPr>
            <a:lvl7pPr algn="l">
              <a:defRPr sz="1875" b="1">
                <a:solidFill>
                  <a:srgbClr val="F6F3EB"/>
                </a:solidFill>
                <a:latin typeface="Arial"/>
                <a:ea typeface="Arial"/>
                <a:cs typeface="Arial"/>
              </a:defRPr>
            </a:lvl7pPr>
            <a:lvl8pPr algn="l">
              <a:defRPr sz="1875" b="1">
                <a:solidFill>
                  <a:srgbClr val="F6F3EB"/>
                </a:solidFill>
                <a:latin typeface="Arial"/>
                <a:ea typeface="Arial"/>
                <a:cs typeface="Arial"/>
              </a:defRPr>
            </a:lvl8pPr>
            <a:lvl9pPr algn="l">
              <a:defRPr sz="1875" b="1">
                <a:solidFill>
                  <a:srgbClr val="F6F3EB"/>
                </a:solidFill>
                <a:latin typeface="Arial"/>
                <a:ea typeface="Arial"/>
                <a:cs typeface="Arial"/>
              </a:defRPr>
            </a:lvl9pPr>
          </a:lstStyle>
          <a:p xmlns:a="http://schemas.openxmlformats.org/drawingml/2006/main">
            <a:pPr algn="l">
              <a:defRPr sz="1875" b="1">
                <a:solidFill>
                  <a:srgbClr val="F6F3EB"/>
                </a:solidFill>
                <a:latin typeface="Arial"/>
                <a:ea typeface="Arial"/>
                <a:cs typeface="Arial"/>
              </a:defRPr>
            </a:pPr>
            <a:r>
              <a:rPr sz="1875" b="1">
                <a:solidFill>
                  <a:srgbClr val="F6F3EB"/>
                </a:solidFill>
                <a:latin typeface="Arial"/>
                <a:ea typeface="Arial"/>
                <a:cs typeface="Arial"/>
              </a:rPr>
              <a:t>Highlight selection</a:t>
            </a:r>
          </a:p>
        </p:txBody>
      </p:sp>
      <p:sp>
        <p:nvSpPr>
          <p:cNvPr id="24" name="">
            <a:extLst xmlns:a="http://schemas.openxmlformats.org/drawingml/2006/main">
              <a:ext uri="{FF2B5EF4-FFF2-40B4-BE49-F238E27FC236}">
                <a16:creationId xmlns:a16="http://schemas.microsoft.com/office/drawing/2014/main" id="{6DD731C2-8DC5-47E6-BECB-9433B4009F9A}"/>
              </a:ext>
            </a:extLst>
          </p:cNvPr>
          <p:cNvSpPr>
            <a:spLocks xmlns:a="http://schemas.openxmlformats.org/drawingml/2006/main" noGrp="1"/>
          </p:cNvSpPr>
          <p:nvPr/>
        </p:nvSpPr>
        <p:spPr>
          <a:xfrm xmlns:a="http://schemas.openxmlformats.org/drawingml/2006/main">
            <a:off x="6381750" y="3381375"/>
            <a:ext cx="1333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9BABB8"/>
                </a:solidFill>
                <a:latin typeface="Arial"/>
                <a:ea typeface="Arial"/>
                <a:cs typeface="Arial"/>
              </a:defRPr>
            </a:defPPr>
            <a:lvl1pPr algn="l">
              <a:defRPr sz="1350" b="0">
                <a:solidFill>
                  <a:srgbClr val="9BABB8"/>
                </a:solidFill>
                <a:latin typeface="Arial"/>
                <a:ea typeface="Arial"/>
                <a:cs typeface="Arial"/>
              </a:defRPr>
            </a:lvl1pPr>
            <a:lvl2pPr algn="l">
              <a:defRPr sz="1350" b="0">
                <a:solidFill>
                  <a:srgbClr val="9BABB8"/>
                </a:solidFill>
                <a:latin typeface="Arial"/>
                <a:ea typeface="Arial"/>
                <a:cs typeface="Arial"/>
              </a:defRPr>
            </a:lvl2pPr>
            <a:lvl3pPr algn="l">
              <a:defRPr sz="1350" b="0">
                <a:solidFill>
                  <a:srgbClr val="9BABB8"/>
                </a:solidFill>
                <a:latin typeface="Arial"/>
                <a:ea typeface="Arial"/>
                <a:cs typeface="Arial"/>
              </a:defRPr>
            </a:lvl3pPr>
            <a:lvl4pPr algn="l">
              <a:defRPr sz="1350" b="0">
                <a:solidFill>
                  <a:srgbClr val="9BABB8"/>
                </a:solidFill>
                <a:latin typeface="Arial"/>
                <a:ea typeface="Arial"/>
                <a:cs typeface="Arial"/>
              </a:defRPr>
            </a:lvl4pPr>
            <a:lvl5pPr algn="l">
              <a:defRPr sz="1350" b="0">
                <a:solidFill>
                  <a:srgbClr val="9BABB8"/>
                </a:solidFill>
                <a:latin typeface="Arial"/>
                <a:ea typeface="Arial"/>
                <a:cs typeface="Arial"/>
              </a:defRPr>
            </a:lvl5pPr>
            <a:lvl6pPr algn="l">
              <a:defRPr sz="1350" b="0">
                <a:solidFill>
                  <a:srgbClr val="9BABB8"/>
                </a:solidFill>
                <a:latin typeface="Arial"/>
                <a:ea typeface="Arial"/>
                <a:cs typeface="Arial"/>
              </a:defRPr>
            </a:lvl6pPr>
            <a:lvl7pPr algn="l">
              <a:defRPr sz="1350" b="0">
                <a:solidFill>
                  <a:srgbClr val="9BABB8"/>
                </a:solidFill>
                <a:latin typeface="Arial"/>
                <a:ea typeface="Arial"/>
                <a:cs typeface="Arial"/>
              </a:defRPr>
            </a:lvl7pPr>
            <a:lvl8pPr algn="l">
              <a:defRPr sz="1350" b="0">
                <a:solidFill>
                  <a:srgbClr val="9BABB8"/>
                </a:solidFill>
                <a:latin typeface="Arial"/>
                <a:ea typeface="Arial"/>
                <a:cs typeface="Arial"/>
              </a:defRPr>
            </a:lvl8pPr>
            <a:lvl9pPr algn="l">
              <a:defRPr sz="1350" b="0">
                <a:solidFill>
                  <a:srgbClr val="9BABB8"/>
                </a:solidFill>
                <a:latin typeface="Arial"/>
                <a:ea typeface="Arial"/>
                <a:cs typeface="Arial"/>
              </a:defRPr>
            </a:lvl9pPr>
          </a:lstStyle>
          <a:p xmlns:a="http://schemas.openxmlformats.org/drawingml/2006/main">
            <a:pPr algn="l">
              <a:defRPr sz="1350" b="0">
                <a:solidFill>
                  <a:srgbClr val="9BABB8"/>
                </a:solidFill>
                <a:latin typeface="Arial"/>
                <a:ea typeface="Arial"/>
                <a:cs typeface="Arial"/>
              </a:defRPr>
            </a:pPr>
            <a:r>
              <a:rPr sz="1350" b="0">
                <a:solidFill>
                  <a:srgbClr val="9BABB8"/>
                </a:solidFill>
                <a:latin typeface="Arial"/>
                <a:ea typeface="Arial"/>
                <a:cs typeface="Arial"/>
              </a:rPr>
              <a:t>Context and ranked evidence</a:t>
            </a:r>
          </a:p>
        </p:txBody>
      </p:sp>
      <p:sp>
        <p:nvSpPr>
          <p:cNvPr id="25" name="">
            <a:extLst xmlns:a="http://schemas.openxmlformats.org/drawingml/2006/main">
              <a:ext uri="{FF2B5EF4-FFF2-40B4-BE49-F238E27FC236}">
                <a16:creationId xmlns:a16="http://schemas.microsoft.com/office/drawing/2014/main" id="{CD3A0726-FAA7-4E82-8432-E6B9BA574510}"/>
              </a:ext>
            </a:extLst>
          </p:cNvPr>
          <p:cNvSpPr>
            <a:spLocks xmlns:a="http://schemas.openxmlformats.org/drawingml/2006/main" noGrp="1"/>
          </p:cNvSpPr>
          <p:nvPr/>
        </p:nvSpPr>
        <p:spPr>
          <a:xfrm xmlns:a="http://schemas.openxmlformats.org/drawingml/2006/main">
            <a:off x="7839075" y="2905125"/>
            <a:ext cx="209550" cy="19050"/>
          </a:xfrm>
          <a:prstGeom xmlns:a="http://schemas.openxmlformats.org/drawingml/2006/main" prst="rect">
            <a:avLst/>
          </a:prstGeom>
          <a:solidFill xmlns:a="http://schemas.openxmlformats.org/drawingml/2006/main">
            <a:srgbClr val="62D7BE"/>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991956C8-525F-4F08-8E9D-448FEA083E36}"/>
              </a:ext>
            </a:extLst>
          </p:cNvPr>
          <p:cNvSpPr>
            <a:spLocks xmlns:a="http://schemas.openxmlformats.org/drawingml/2006/main" noGrp="1"/>
          </p:cNvSpPr>
          <p:nvPr/>
        </p:nvSpPr>
        <p:spPr>
          <a:xfrm xmlns:a="http://schemas.openxmlformats.org/drawingml/2006/main">
            <a:off x="8077200" y="2228850"/>
            <a:ext cx="1581150" cy="1905000"/>
          </a:xfrm>
          <a:prstGeom xmlns:a="http://schemas.openxmlformats.org/drawingml/2006/main" prst="rect">
            <a:avLst/>
          </a:prstGeom>
          <a:solidFill xmlns:a="http://schemas.openxmlformats.org/drawingml/2006/main">
            <a:srgbClr val="1C2C39"/>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0F99FA76-66B4-4125-8DAA-F0F6560510EF}"/>
              </a:ext>
            </a:extLst>
          </p:cNvPr>
          <p:cNvSpPr>
            <a:spLocks xmlns:a="http://schemas.openxmlformats.org/drawingml/2006/main" noGrp="1"/>
          </p:cNvSpPr>
          <p:nvPr/>
        </p:nvSpPr>
        <p:spPr>
          <a:xfrm xmlns:a="http://schemas.openxmlformats.org/drawingml/2006/main">
            <a:off x="8229600" y="238125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62D7BE"/>
                </a:solidFill>
                <a:latin typeface="Arial"/>
                <a:ea typeface="Arial"/>
                <a:cs typeface="Arial"/>
              </a:defRPr>
            </a:defPPr>
            <a:lvl1pPr algn="l">
              <a:defRPr sz="1275" b="1">
                <a:solidFill>
                  <a:srgbClr val="62D7BE"/>
                </a:solidFill>
                <a:latin typeface="Arial"/>
                <a:ea typeface="Arial"/>
                <a:cs typeface="Arial"/>
              </a:defRPr>
            </a:lvl1pPr>
            <a:lvl2pPr algn="l">
              <a:defRPr sz="1275" b="1">
                <a:solidFill>
                  <a:srgbClr val="62D7BE"/>
                </a:solidFill>
                <a:latin typeface="Arial"/>
                <a:ea typeface="Arial"/>
                <a:cs typeface="Arial"/>
              </a:defRPr>
            </a:lvl2pPr>
            <a:lvl3pPr algn="l">
              <a:defRPr sz="1275" b="1">
                <a:solidFill>
                  <a:srgbClr val="62D7BE"/>
                </a:solidFill>
                <a:latin typeface="Arial"/>
                <a:ea typeface="Arial"/>
                <a:cs typeface="Arial"/>
              </a:defRPr>
            </a:lvl3pPr>
            <a:lvl4pPr algn="l">
              <a:defRPr sz="1275" b="1">
                <a:solidFill>
                  <a:srgbClr val="62D7BE"/>
                </a:solidFill>
                <a:latin typeface="Arial"/>
                <a:ea typeface="Arial"/>
                <a:cs typeface="Arial"/>
              </a:defRPr>
            </a:lvl4pPr>
            <a:lvl5pPr algn="l">
              <a:defRPr sz="1275" b="1">
                <a:solidFill>
                  <a:srgbClr val="62D7BE"/>
                </a:solidFill>
                <a:latin typeface="Arial"/>
                <a:ea typeface="Arial"/>
                <a:cs typeface="Arial"/>
              </a:defRPr>
            </a:lvl5pPr>
            <a:lvl6pPr algn="l">
              <a:defRPr sz="1275" b="1">
                <a:solidFill>
                  <a:srgbClr val="62D7BE"/>
                </a:solidFill>
                <a:latin typeface="Arial"/>
                <a:ea typeface="Arial"/>
                <a:cs typeface="Arial"/>
              </a:defRPr>
            </a:lvl6pPr>
            <a:lvl7pPr algn="l">
              <a:defRPr sz="1275" b="1">
                <a:solidFill>
                  <a:srgbClr val="62D7BE"/>
                </a:solidFill>
                <a:latin typeface="Arial"/>
                <a:ea typeface="Arial"/>
                <a:cs typeface="Arial"/>
              </a:defRPr>
            </a:lvl7pPr>
            <a:lvl8pPr algn="l">
              <a:defRPr sz="1275" b="1">
                <a:solidFill>
                  <a:srgbClr val="62D7BE"/>
                </a:solidFill>
                <a:latin typeface="Arial"/>
                <a:ea typeface="Arial"/>
                <a:cs typeface="Arial"/>
              </a:defRPr>
            </a:lvl8pPr>
            <a:lvl9pPr algn="l">
              <a:defRPr sz="1275" b="1">
                <a:solidFill>
                  <a:srgbClr val="62D7BE"/>
                </a:solidFill>
                <a:latin typeface="Arial"/>
                <a:ea typeface="Arial"/>
                <a:cs typeface="Arial"/>
              </a:defRPr>
            </a:lvl9pPr>
          </a:lstStyle>
          <a:p xmlns:a="http://schemas.openxmlformats.org/drawingml/2006/main">
            <a:pPr algn="l">
              <a:defRPr sz="1275" b="1">
                <a:solidFill>
                  <a:srgbClr val="62D7BE"/>
                </a:solidFill>
                <a:latin typeface="Arial"/>
                <a:ea typeface="Arial"/>
                <a:cs typeface="Arial"/>
              </a:defRPr>
            </a:pPr>
            <a:r>
              <a:rPr sz="1275" b="1">
                <a:solidFill>
                  <a:srgbClr val="62D7BE"/>
                </a:solidFill>
                <a:latin typeface="Arial"/>
                <a:ea typeface="Arial"/>
                <a:cs typeface="Arial"/>
              </a:rPr>
              <a:t>05</a:t>
            </a:r>
          </a:p>
        </p:txBody>
      </p:sp>
      <p:sp>
        <p:nvSpPr>
          <p:cNvPr id="28" name="">
            <a:extLst xmlns:a="http://schemas.openxmlformats.org/drawingml/2006/main">
              <a:ext uri="{FF2B5EF4-FFF2-40B4-BE49-F238E27FC236}">
                <a16:creationId xmlns:a16="http://schemas.microsoft.com/office/drawing/2014/main" id="{58EFFF23-A80B-44C6-83DA-3D6ADAA822EE}"/>
              </a:ext>
            </a:extLst>
          </p:cNvPr>
          <p:cNvSpPr>
            <a:spLocks xmlns:a="http://schemas.openxmlformats.org/drawingml/2006/main" noGrp="1"/>
          </p:cNvSpPr>
          <p:nvPr/>
        </p:nvSpPr>
        <p:spPr>
          <a:xfrm xmlns:a="http://schemas.openxmlformats.org/drawingml/2006/main">
            <a:off x="8229600" y="2790825"/>
            <a:ext cx="133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6F3EB"/>
                </a:solidFill>
                <a:latin typeface="Arial"/>
                <a:ea typeface="Arial"/>
                <a:cs typeface="Arial"/>
              </a:defRPr>
            </a:defPPr>
            <a:lvl1pPr algn="l">
              <a:defRPr sz="1875" b="1">
                <a:solidFill>
                  <a:srgbClr val="F6F3EB"/>
                </a:solidFill>
                <a:latin typeface="Arial"/>
                <a:ea typeface="Arial"/>
                <a:cs typeface="Arial"/>
              </a:defRPr>
            </a:lvl1pPr>
            <a:lvl2pPr algn="l">
              <a:defRPr sz="1875" b="1">
                <a:solidFill>
                  <a:srgbClr val="F6F3EB"/>
                </a:solidFill>
                <a:latin typeface="Arial"/>
                <a:ea typeface="Arial"/>
                <a:cs typeface="Arial"/>
              </a:defRPr>
            </a:lvl2pPr>
            <a:lvl3pPr algn="l">
              <a:defRPr sz="1875" b="1">
                <a:solidFill>
                  <a:srgbClr val="F6F3EB"/>
                </a:solidFill>
                <a:latin typeface="Arial"/>
                <a:ea typeface="Arial"/>
                <a:cs typeface="Arial"/>
              </a:defRPr>
            </a:lvl3pPr>
            <a:lvl4pPr algn="l">
              <a:defRPr sz="1875" b="1">
                <a:solidFill>
                  <a:srgbClr val="F6F3EB"/>
                </a:solidFill>
                <a:latin typeface="Arial"/>
                <a:ea typeface="Arial"/>
                <a:cs typeface="Arial"/>
              </a:defRPr>
            </a:lvl4pPr>
            <a:lvl5pPr algn="l">
              <a:defRPr sz="1875" b="1">
                <a:solidFill>
                  <a:srgbClr val="F6F3EB"/>
                </a:solidFill>
                <a:latin typeface="Arial"/>
                <a:ea typeface="Arial"/>
                <a:cs typeface="Arial"/>
              </a:defRPr>
            </a:lvl5pPr>
            <a:lvl6pPr algn="l">
              <a:defRPr sz="1875" b="1">
                <a:solidFill>
                  <a:srgbClr val="F6F3EB"/>
                </a:solidFill>
                <a:latin typeface="Arial"/>
                <a:ea typeface="Arial"/>
                <a:cs typeface="Arial"/>
              </a:defRPr>
            </a:lvl6pPr>
            <a:lvl7pPr algn="l">
              <a:defRPr sz="1875" b="1">
                <a:solidFill>
                  <a:srgbClr val="F6F3EB"/>
                </a:solidFill>
                <a:latin typeface="Arial"/>
                <a:ea typeface="Arial"/>
                <a:cs typeface="Arial"/>
              </a:defRPr>
            </a:lvl7pPr>
            <a:lvl8pPr algn="l">
              <a:defRPr sz="1875" b="1">
                <a:solidFill>
                  <a:srgbClr val="F6F3EB"/>
                </a:solidFill>
                <a:latin typeface="Arial"/>
                <a:ea typeface="Arial"/>
                <a:cs typeface="Arial"/>
              </a:defRPr>
            </a:lvl8pPr>
            <a:lvl9pPr algn="l">
              <a:defRPr sz="1875" b="1">
                <a:solidFill>
                  <a:srgbClr val="F6F3EB"/>
                </a:solidFill>
                <a:latin typeface="Arial"/>
                <a:ea typeface="Arial"/>
                <a:cs typeface="Arial"/>
              </a:defRPr>
            </a:lvl9pPr>
          </a:lstStyle>
          <a:p xmlns:a="http://schemas.openxmlformats.org/drawingml/2006/main">
            <a:pPr algn="l">
              <a:defRPr sz="1875" b="1">
                <a:solidFill>
                  <a:srgbClr val="F6F3EB"/>
                </a:solidFill>
                <a:latin typeface="Arial"/>
                <a:ea typeface="Arial"/>
                <a:cs typeface="Arial"/>
              </a:defRPr>
            </a:pPr>
            <a:r>
              <a:rPr sz="1875" b="1">
                <a:solidFill>
                  <a:srgbClr val="F6F3EB"/>
                </a:solidFill>
                <a:latin typeface="Arial"/>
                <a:ea typeface="Arial"/>
                <a:cs typeface="Arial"/>
              </a:rPr>
              <a:t>Visual edit</a:t>
            </a:r>
          </a:p>
        </p:txBody>
      </p:sp>
      <p:sp>
        <p:nvSpPr>
          <p:cNvPr id="29" name="">
            <a:extLst xmlns:a="http://schemas.openxmlformats.org/drawingml/2006/main">
              <a:ext uri="{FF2B5EF4-FFF2-40B4-BE49-F238E27FC236}">
                <a16:creationId xmlns:a16="http://schemas.microsoft.com/office/drawing/2014/main" id="{59E83F24-DB25-453F-A47D-7815C6835A4A}"/>
              </a:ext>
            </a:extLst>
          </p:cNvPr>
          <p:cNvSpPr>
            <a:spLocks xmlns:a="http://schemas.openxmlformats.org/drawingml/2006/main" noGrp="1"/>
          </p:cNvSpPr>
          <p:nvPr/>
        </p:nvSpPr>
        <p:spPr>
          <a:xfrm xmlns:a="http://schemas.openxmlformats.org/drawingml/2006/main">
            <a:off x="8229600" y="3381375"/>
            <a:ext cx="1333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9BABB8"/>
                </a:solidFill>
                <a:latin typeface="Arial"/>
                <a:ea typeface="Arial"/>
                <a:cs typeface="Arial"/>
              </a:defRPr>
            </a:defPPr>
            <a:lvl1pPr algn="l">
              <a:defRPr sz="1350" b="0">
                <a:solidFill>
                  <a:srgbClr val="9BABB8"/>
                </a:solidFill>
                <a:latin typeface="Arial"/>
                <a:ea typeface="Arial"/>
                <a:cs typeface="Arial"/>
              </a:defRPr>
            </a:lvl1pPr>
            <a:lvl2pPr algn="l">
              <a:defRPr sz="1350" b="0">
                <a:solidFill>
                  <a:srgbClr val="9BABB8"/>
                </a:solidFill>
                <a:latin typeface="Arial"/>
                <a:ea typeface="Arial"/>
                <a:cs typeface="Arial"/>
              </a:defRPr>
            </a:lvl2pPr>
            <a:lvl3pPr algn="l">
              <a:defRPr sz="1350" b="0">
                <a:solidFill>
                  <a:srgbClr val="9BABB8"/>
                </a:solidFill>
                <a:latin typeface="Arial"/>
                <a:ea typeface="Arial"/>
                <a:cs typeface="Arial"/>
              </a:defRPr>
            </a:lvl3pPr>
            <a:lvl4pPr algn="l">
              <a:defRPr sz="1350" b="0">
                <a:solidFill>
                  <a:srgbClr val="9BABB8"/>
                </a:solidFill>
                <a:latin typeface="Arial"/>
                <a:ea typeface="Arial"/>
                <a:cs typeface="Arial"/>
              </a:defRPr>
            </a:lvl4pPr>
            <a:lvl5pPr algn="l">
              <a:defRPr sz="1350" b="0">
                <a:solidFill>
                  <a:srgbClr val="9BABB8"/>
                </a:solidFill>
                <a:latin typeface="Arial"/>
                <a:ea typeface="Arial"/>
                <a:cs typeface="Arial"/>
              </a:defRPr>
            </a:lvl5pPr>
            <a:lvl6pPr algn="l">
              <a:defRPr sz="1350" b="0">
                <a:solidFill>
                  <a:srgbClr val="9BABB8"/>
                </a:solidFill>
                <a:latin typeface="Arial"/>
                <a:ea typeface="Arial"/>
                <a:cs typeface="Arial"/>
              </a:defRPr>
            </a:lvl6pPr>
            <a:lvl7pPr algn="l">
              <a:defRPr sz="1350" b="0">
                <a:solidFill>
                  <a:srgbClr val="9BABB8"/>
                </a:solidFill>
                <a:latin typeface="Arial"/>
                <a:ea typeface="Arial"/>
                <a:cs typeface="Arial"/>
              </a:defRPr>
            </a:lvl7pPr>
            <a:lvl8pPr algn="l">
              <a:defRPr sz="1350" b="0">
                <a:solidFill>
                  <a:srgbClr val="9BABB8"/>
                </a:solidFill>
                <a:latin typeface="Arial"/>
                <a:ea typeface="Arial"/>
                <a:cs typeface="Arial"/>
              </a:defRPr>
            </a:lvl8pPr>
            <a:lvl9pPr algn="l">
              <a:defRPr sz="1350" b="0">
                <a:solidFill>
                  <a:srgbClr val="9BABB8"/>
                </a:solidFill>
                <a:latin typeface="Arial"/>
                <a:ea typeface="Arial"/>
                <a:cs typeface="Arial"/>
              </a:defRPr>
            </a:lvl9pPr>
          </a:lstStyle>
          <a:p xmlns:a="http://schemas.openxmlformats.org/drawingml/2006/main">
            <a:pPr algn="l">
              <a:defRPr sz="1350" b="0">
                <a:solidFill>
                  <a:srgbClr val="9BABB8"/>
                </a:solidFill>
                <a:latin typeface="Arial"/>
                <a:ea typeface="Arial"/>
                <a:cs typeface="Arial"/>
              </a:defRPr>
            </a:pPr>
            <a:r>
              <a:rPr sz="1350" b="0">
                <a:solidFill>
                  <a:srgbClr val="9BABB8"/>
                </a:solidFill>
                <a:latin typeface="Arial"/>
                <a:ea typeface="Arial"/>
                <a:cs typeface="Arial"/>
              </a:rPr>
              <a:t>Captions and scene framing</a:t>
            </a:r>
          </a:p>
        </p:txBody>
      </p:sp>
      <p:sp>
        <p:nvSpPr>
          <p:cNvPr id="30" name="">
            <a:extLst xmlns:a="http://schemas.openxmlformats.org/drawingml/2006/main">
              <a:ext uri="{FF2B5EF4-FFF2-40B4-BE49-F238E27FC236}">
                <a16:creationId xmlns:a16="http://schemas.microsoft.com/office/drawing/2014/main" id="{245C6A19-87DA-4EB9-B3F0-54060BB3744D}"/>
              </a:ext>
            </a:extLst>
          </p:cNvPr>
          <p:cNvSpPr>
            <a:spLocks xmlns:a="http://schemas.openxmlformats.org/drawingml/2006/main" noGrp="1"/>
          </p:cNvSpPr>
          <p:nvPr/>
        </p:nvSpPr>
        <p:spPr>
          <a:xfrm xmlns:a="http://schemas.openxmlformats.org/drawingml/2006/main">
            <a:off x="9686925" y="2905125"/>
            <a:ext cx="209550" cy="19050"/>
          </a:xfrm>
          <a:prstGeom xmlns:a="http://schemas.openxmlformats.org/drawingml/2006/main" prst="rect">
            <a:avLst/>
          </a:prstGeom>
          <a:solidFill xmlns:a="http://schemas.openxmlformats.org/drawingml/2006/main">
            <a:srgbClr val="62D7BE"/>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8E0022BE-1515-4932-B2D9-ACEA966AA5B4}"/>
              </a:ext>
            </a:extLst>
          </p:cNvPr>
          <p:cNvSpPr>
            <a:spLocks xmlns:a="http://schemas.openxmlformats.org/drawingml/2006/main" noGrp="1"/>
          </p:cNvSpPr>
          <p:nvPr/>
        </p:nvSpPr>
        <p:spPr>
          <a:xfrm xmlns:a="http://schemas.openxmlformats.org/drawingml/2006/main">
            <a:off x="9925050" y="2228850"/>
            <a:ext cx="1581150" cy="1905000"/>
          </a:xfrm>
          <a:prstGeom xmlns:a="http://schemas.openxmlformats.org/drawingml/2006/main" prst="rect">
            <a:avLst/>
          </a:prstGeom>
          <a:solidFill xmlns:a="http://schemas.openxmlformats.org/drawingml/2006/main">
            <a:srgbClr val="1C2C39"/>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06493254-5D2C-4F6D-BCF5-74C9132E70E3}"/>
              </a:ext>
            </a:extLst>
          </p:cNvPr>
          <p:cNvSpPr>
            <a:spLocks xmlns:a="http://schemas.openxmlformats.org/drawingml/2006/main" noGrp="1"/>
          </p:cNvSpPr>
          <p:nvPr/>
        </p:nvSpPr>
        <p:spPr>
          <a:xfrm xmlns:a="http://schemas.openxmlformats.org/drawingml/2006/main">
            <a:off x="10077450" y="238125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62D7BE"/>
                </a:solidFill>
                <a:latin typeface="Arial"/>
                <a:ea typeface="Arial"/>
                <a:cs typeface="Arial"/>
              </a:defRPr>
            </a:defPPr>
            <a:lvl1pPr algn="l">
              <a:defRPr sz="1275" b="1">
                <a:solidFill>
                  <a:srgbClr val="62D7BE"/>
                </a:solidFill>
                <a:latin typeface="Arial"/>
                <a:ea typeface="Arial"/>
                <a:cs typeface="Arial"/>
              </a:defRPr>
            </a:lvl1pPr>
            <a:lvl2pPr algn="l">
              <a:defRPr sz="1275" b="1">
                <a:solidFill>
                  <a:srgbClr val="62D7BE"/>
                </a:solidFill>
                <a:latin typeface="Arial"/>
                <a:ea typeface="Arial"/>
                <a:cs typeface="Arial"/>
              </a:defRPr>
            </a:lvl2pPr>
            <a:lvl3pPr algn="l">
              <a:defRPr sz="1275" b="1">
                <a:solidFill>
                  <a:srgbClr val="62D7BE"/>
                </a:solidFill>
                <a:latin typeface="Arial"/>
                <a:ea typeface="Arial"/>
                <a:cs typeface="Arial"/>
              </a:defRPr>
            </a:lvl3pPr>
            <a:lvl4pPr algn="l">
              <a:defRPr sz="1275" b="1">
                <a:solidFill>
                  <a:srgbClr val="62D7BE"/>
                </a:solidFill>
                <a:latin typeface="Arial"/>
                <a:ea typeface="Arial"/>
                <a:cs typeface="Arial"/>
              </a:defRPr>
            </a:lvl4pPr>
            <a:lvl5pPr algn="l">
              <a:defRPr sz="1275" b="1">
                <a:solidFill>
                  <a:srgbClr val="62D7BE"/>
                </a:solidFill>
                <a:latin typeface="Arial"/>
                <a:ea typeface="Arial"/>
                <a:cs typeface="Arial"/>
              </a:defRPr>
            </a:lvl5pPr>
            <a:lvl6pPr algn="l">
              <a:defRPr sz="1275" b="1">
                <a:solidFill>
                  <a:srgbClr val="62D7BE"/>
                </a:solidFill>
                <a:latin typeface="Arial"/>
                <a:ea typeface="Arial"/>
                <a:cs typeface="Arial"/>
              </a:defRPr>
            </a:lvl6pPr>
            <a:lvl7pPr algn="l">
              <a:defRPr sz="1275" b="1">
                <a:solidFill>
                  <a:srgbClr val="62D7BE"/>
                </a:solidFill>
                <a:latin typeface="Arial"/>
                <a:ea typeface="Arial"/>
                <a:cs typeface="Arial"/>
              </a:defRPr>
            </a:lvl7pPr>
            <a:lvl8pPr algn="l">
              <a:defRPr sz="1275" b="1">
                <a:solidFill>
                  <a:srgbClr val="62D7BE"/>
                </a:solidFill>
                <a:latin typeface="Arial"/>
                <a:ea typeface="Arial"/>
                <a:cs typeface="Arial"/>
              </a:defRPr>
            </a:lvl8pPr>
            <a:lvl9pPr algn="l">
              <a:defRPr sz="1275" b="1">
                <a:solidFill>
                  <a:srgbClr val="62D7BE"/>
                </a:solidFill>
                <a:latin typeface="Arial"/>
                <a:ea typeface="Arial"/>
                <a:cs typeface="Arial"/>
              </a:defRPr>
            </a:lvl9pPr>
          </a:lstStyle>
          <a:p xmlns:a="http://schemas.openxmlformats.org/drawingml/2006/main">
            <a:pPr algn="l">
              <a:defRPr sz="1275" b="1">
                <a:solidFill>
                  <a:srgbClr val="62D7BE"/>
                </a:solidFill>
                <a:latin typeface="Arial"/>
                <a:ea typeface="Arial"/>
                <a:cs typeface="Arial"/>
              </a:defRPr>
            </a:pPr>
            <a:r>
              <a:rPr sz="1275" b="1">
                <a:solidFill>
                  <a:srgbClr val="62D7BE"/>
                </a:solidFill>
                <a:latin typeface="Arial"/>
                <a:ea typeface="Arial"/>
                <a:cs typeface="Arial"/>
              </a:rPr>
              <a:t>06</a:t>
            </a:r>
          </a:p>
        </p:txBody>
      </p:sp>
      <p:sp>
        <p:nvSpPr>
          <p:cNvPr id="33" name="">
            <a:extLst xmlns:a="http://schemas.openxmlformats.org/drawingml/2006/main">
              <a:ext uri="{FF2B5EF4-FFF2-40B4-BE49-F238E27FC236}">
                <a16:creationId xmlns:a16="http://schemas.microsoft.com/office/drawing/2014/main" id="{B831F271-7667-4D43-9BFF-35404A62A042}"/>
              </a:ext>
            </a:extLst>
          </p:cNvPr>
          <p:cNvSpPr>
            <a:spLocks xmlns:a="http://schemas.openxmlformats.org/drawingml/2006/main" noGrp="1"/>
          </p:cNvSpPr>
          <p:nvPr/>
        </p:nvSpPr>
        <p:spPr>
          <a:xfrm xmlns:a="http://schemas.openxmlformats.org/drawingml/2006/main">
            <a:off x="10077450" y="2790825"/>
            <a:ext cx="133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6F3EB"/>
                </a:solidFill>
                <a:latin typeface="Arial"/>
                <a:ea typeface="Arial"/>
                <a:cs typeface="Arial"/>
              </a:defRPr>
            </a:defPPr>
            <a:lvl1pPr algn="l">
              <a:defRPr sz="1875" b="1">
                <a:solidFill>
                  <a:srgbClr val="F6F3EB"/>
                </a:solidFill>
                <a:latin typeface="Arial"/>
                <a:ea typeface="Arial"/>
                <a:cs typeface="Arial"/>
              </a:defRPr>
            </a:lvl1pPr>
            <a:lvl2pPr algn="l">
              <a:defRPr sz="1875" b="1">
                <a:solidFill>
                  <a:srgbClr val="F6F3EB"/>
                </a:solidFill>
                <a:latin typeface="Arial"/>
                <a:ea typeface="Arial"/>
                <a:cs typeface="Arial"/>
              </a:defRPr>
            </a:lvl2pPr>
            <a:lvl3pPr algn="l">
              <a:defRPr sz="1875" b="1">
                <a:solidFill>
                  <a:srgbClr val="F6F3EB"/>
                </a:solidFill>
                <a:latin typeface="Arial"/>
                <a:ea typeface="Arial"/>
                <a:cs typeface="Arial"/>
              </a:defRPr>
            </a:lvl3pPr>
            <a:lvl4pPr algn="l">
              <a:defRPr sz="1875" b="1">
                <a:solidFill>
                  <a:srgbClr val="F6F3EB"/>
                </a:solidFill>
                <a:latin typeface="Arial"/>
                <a:ea typeface="Arial"/>
                <a:cs typeface="Arial"/>
              </a:defRPr>
            </a:lvl4pPr>
            <a:lvl5pPr algn="l">
              <a:defRPr sz="1875" b="1">
                <a:solidFill>
                  <a:srgbClr val="F6F3EB"/>
                </a:solidFill>
                <a:latin typeface="Arial"/>
                <a:ea typeface="Arial"/>
                <a:cs typeface="Arial"/>
              </a:defRPr>
            </a:lvl5pPr>
            <a:lvl6pPr algn="l">
              <a:defRPr sz="1875" b="1">
                <a:solidFill>
                  <a:srgbClr val="F6F3EB"/>
                </a:solidFill>
                <a:latin typeface="Arial"/>
                <a:ea typeface="Arial"/>
                <a:cs typeface="Arial"/>
              </a:defRPr>
            </a:lvl6pPr>
            <a:lvl7pPr algn="l">
              <a:defRPr sz="1875" b="1">
                <a:solidFill>
                  <a:srgbClr val="F6F3EB"/>
                </a:solidFill>
                <a:latin typeface="Arial"/>
                <a:ea typeface="Arial"/>
                <a:cs typeface="Arial"/>
              </a:defRPr>
            </a:lvl7pPr>
            <a:lvl8pPr algn="l">
              <a:defRPr sz="1875" b="1">
                <a:solidFill>
                  <a:srgbClr val="F6F3EB"/>
                </a:solidFill>
                <a:latin typeface="Arial"/>
                <a:ea typeface="Arial"/>
                <a:cs typeface="Arial"/>
              </a:defRPr>
            </a:lvl8pPr>
            <a:lvl9pPr algn="l">
              <a:defRPr sz="1875" b="1">
                <a:solidFill>
                  <a:srgbClr val="F6F3EB"/>
                </a:solidFill>
                <a:latin typeface="Arial"/>
                <a:ea typeface="Arial"/>
                <a:cs typeface="Arial"/>
              </a:defRPr>
            </a:lvl9pPr>
          </a:lstStyle>
          <a:p xmlns:a="http://schemas.openxmlformats.org/drawingml/2006/main">
            <a:pPr algn="l">
              <a:defRPr sz="1875" b="1">
                <a:solidFill>
                  <a:srgbClr val="F6F3EB"/>
                </a:solidFill>
                <a:latin typeface="Arial"/>
                <a:ea typeface="Arial"/>
                <a:cs typeface="Arial"/>
              </a:defRPr>
            </a:pPr>
            <a:r>
              <a:rPr sz="1875" b="1">
                <a:solidFill>
                  <a:srgbClr val="F6F3EB"/>
                </a:solidFill>
                <a:latin typeface="Arial"/>
                <a:ea typeface="Arial"/>
                <a:cs typeface="Arial"/>
              </a:rPr>
              <a:t>Render and verify</a:t>
            </a:r>
          </a:p>
        </p:txBody>
      </p:sp>
      <p:sp>
        <p:nvSpPr>
          <p:cNvPr id="34" name="">
            <a:extLst xmlns:a="http://schemas.openxmlformats.org/drawingml/2006/main">
              <a:ext uri="{FF2B5EF4-FFF2-40B4-BE49-F238E27FC236}">
                <a16:creationId xmlns:a16="http://schemas.microsoft.com/office/drawing/2014/main" id="{38BD38FF-FD8E-4DC7-9F0B-58F1904DAEFF}"/>
              </a:ext>
            </a:extLst>
          </p:cNvPr>
          <p:cNvSpPr>
            <a:spLocks xmlns:a="http://schemas.openxmlformats.org/drawingml/2006/main" noGrp="1"/>
          </p:cNvSpPr>
          <p:nvPr/>
        </p:nvSpPr>
        <p:spPr>
          <a:xfrm xmlns:a="http://schemas.openxmlformats.org/drawingml/2006/main">
            <a:off x="10077450" y="3381375"/>
            <a:ext cx="1333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9BABB8"/>
                </a:solidFill>
                <a:latin typeface="Arial"/>
                <a:ea typeface="Arial"/>
                <a:cs typeface="Arial"/>
              </a:defRPr>
            </a:defPPr>
            <a:lvl1pPr algn="l">
              <a:defRPr sz="1350" b="0">
                <a:solidFill>
                  <a:srgbClr val="9BABB8"/>
                </a:solidFill>
                <a:latin typeface="Arial"/>
                <a:ea typeface="Arial"/>
                <a:cs typeface="Arial"/>
              </a:defRPr>
            </a:lvl1pPr>
            <a:lvl2pPr algn="l">
              <a:defRPr sz="1350" b="0">
                <a:solidFill>
                  <a:srgbClr val="9BABB8"/>
                </a:solidFill>
                <a:latin typeface="Arial"/>
                <a:ea typeface="Arial"/>
                <a:cs typeface="Arial"/>
              </a:defRPr>
            </a:lvl2pPr>
            <a:lvl3pPr algn="l">
              <a:defRPr sz="1350" b="0">
                <a:solidFill>
                  <a:srgbClr val="9BABB8"/>
                </a:solidFill>
                <a:latin typeface="Arial"/>
                <a:ea typeface="Arial"/>
                <a:cs typeface="Arial"/>
              </a:defRPr>
            </a:lvl3pPr>
            <a:lvl4pPr algn="l">
              <a:defRPr sz="1350" b="0">
                <a:solidFill>
                  <a:srgbClr val="9BABB8"/>
                </a:solidFill>
                <a:latin typeface="Arial"/>
                <a:ea typeface="Arial"/>
                <a:cs typeface="Arial"/>
              </a:defRPr>
            </a:lvl4pPr>
            <a:lvl5pPr algn="l">
              <a:defRPr sz="1350" b="0">
                <a:solidFill>
                  <a:srgbClr val="9BABB8"/>
                </a:solidFill>
                <a:latin typeface="Arial"/>
                <a:ea typeface="Arial"/>
                <a:cs typeface="Arial"/>
              </a:defRPr>
            </a:lvl5pPr>
            <a:lvl6pPr algn="l">
              <a:defRPr sz="1350" b="0">
                <a:solidFill>
                  <a:srgbClr val="9BABB8"/>
                </a:solidFill>
                <a:latin typeface="Arial"/>
                <a:ea typeface="Arial"/>
                <a:cs typeface="Arial"/>
              </a:defRPr>
            </a:lvl6pPr>
            <a:lvl7pPr algn="l">
              <a:defRPr sz="1350" b="0">
                <a:solidFill>
                  <a:srgbClr val="9BABB8"/>
                </a:solidFill>
                <a:latin typeface="Arial"/>
                <a:ea typeface="Arial"/>
                <a:cs typeface="Arial"/>
              </a:defRPr>
            </a:lvl7pPr>
            <a:lvl8pPr algn="l">
              <a:defRPr sz="1350" b="0">
                <a:solidFill>
                  <a:srgbClr val="9BABB8"/>
                </a:solidFill>
                <a:latin typeface="Arial"/>
                <a:ea typeface="Arial"/>
                <a:cs typeface="Arial"/>
              </a:defRPr>
            </a:lvl8pPr>
            <a:lvl9pPr algn="l">
              <a:defRPr sz="1350" b="0">
                <a:solidFill>
                  <a:srgbClr val="9BABB8"/>
                </a:solidFill>
                <a:latin typeface="Arial"/>
                <a:ea typeface="Arial"/>
                <a:cs typeface="Arial"/>
              </a:defRPr>
            </a:lvl9pPr>
          </a:lstStyle>
          <a:p xmlns:a="http://schemas.openxmlformats.org/drawingml/2006/main">
            <a:pPr algn="l">
              <a:defRPr sz="1350" b="0">
                <a:solidFill>
                  <a:srgbClr val="9BABB8"/>
                </a:solidFill>
                <a:latin typeface="Arial"/>
                <a:ea typeface="Arial"/>
                <a:cs typeface="Arial"/>
              </a:defRPr>
            </a:pPr>
            <a:r>
              <a:rPr sz="1350" b="0">
                <a:solidFill>
                  <a:srgbClr val="9BABB8"/>
                </a:solidFill>
                <a:latin typeface="Arial"/>
                <a:ea typeface="Arial"/>
                <a:cs typeface="Arial"/>
              </a:rPr>
              <a:t>FFmpeg, libass, ffprobe</a:t>
            </a:r>
          </a:p>
        </p:txBody>
      </p:sp>
      <p:sp>
        <p:nvSpPr>
          <p:cNvPr id="35" name="">
            <a:extLst xmlns:a="http://schemas.openxmlformats.org/drawingml/2006/main">
              <a:ext uri="{FF2B5EF4-FFF2-40B4-BE49-F238E27FC236}">
                <a16:creationId xmlns:a16="http://schemas.microsoft.com/office/drawing/2014/main" id="{A02687B2-9DF9-40D5-886B-D8421BE4442E}"/>
              </a:ext>
            </a:extLst>
          </p:cNvPr>
          <p:cNvSpPr>
            <a:spLocks xmlns:a="http://schemas.openxmlformats.org/drawingml/2006/main" noGrp="1"/>
          </p:cNvSpPr>
          <p:nvPr/>
        </p:nvSpPr>
        <p:spPr>
          <a:xfrm xmlns:a="http://schemas.openxmlformats.org/drawingml/2006/main">
            <a:off x="685800" y="4410075"/>
            <a:ext cx="10820400" cy="9525"/>
          </a:xfrm>
          <a:prstGeom xmlns:a="http://schemas.openxmlformats.org/drawingml/2006/main" prst="rect">
            <a:avLst/>
          </a:prstGeom>
          <a:solidFill xmlns:a="http://schemas.openxmlformats.org/drawingml/2006/main">
            <a:srgbClr val="354251"/>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FC50CB62-A08B-4B06-AB4D-BFDA07BC037D}"/>
              </a:ext>
            </a:extLst>
          </p:cNvPr>
          <p:cNvSpPr>
            <a:spLocks xmlns:a="http://schemas.openxmlformats.org/drawingml/2006/main" noGrp="1"/>
          </p:cNvSpPr>
          <p:nvPr/>
        </p:nvSpPr>
        <p:spPr>
          <a:xfrm xmlns:a="http://schemas.openxmlformats.org/drawingml/2006/main">
            <a:off x="685800" y="4857750"/>
            <a:ext cx="3095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6F3EB"/>
                </a:solidFill>
                <a:latin typeface="Arial"/>
                <a:ea typeface="Arial"/>
                <a:cs typeface="Arial"/>
              </a:defRPr>
            </a:defPPr>
            <a:lvl1pPr algn="l">
              <a:defRPr sz="1875" b="1">
                <a:solidFill>
                  <a:srgbClr val="F6F3EB"/>
                </a:solidFill>
                <a:latin typeface="Arial"/>
                <a:ea typeface="Arial"/>
                <a:cs typeface="Arial"/>
              </a:defRPr>
            </a:lvl1pPr>
            <a:lvl2pPr algn="l">
              <a:defRPr sz="1875" b="1">
                <a:solidFill>
                  <a:srgbClr val="F6F3EB"/>
                </a:solidFill>
                <a:latin typeface="Arial"/>
                <a:ea typeface="Arial"/>
                <a:cs typeface="Arial"/>
              </a:defRPr>
            </a:lvl2pPr>
            <a:lvl3pPr algn="l">
              <a:defRPr sz="1875" b="1">
                <a:solidFill>
                  <a:srgbClr val="F6F3EB"/>
                </a:solidFill>
                <a:latin typeface="Arial"/>
                <a:ea typeface="Arial"/>
                <a:cs typeface="Arial"/>
              </a:defRPr>
            </a:lvl3pPr>
            <a:lvl4pPr algn="l">
              <a:defRPr sz="1875" b="1">
                <a:solidFill>
                  <a:srgbClr val="F6F3EB"/>
                </a:solidFill>
                <a:latin typeface="Arial"/>
                <a:ea typeface="Arial"/>
                <a:cs typeface="Arial"/>
              </a:defRPr>
            </a:lvl4pPr>
            <a:lvl5pPr algn="l">
              <a:defRPr sz="1875" b="1">
                <a:solidFill>
                  <a:srgbClr val="F6F3EB"/>
                </a:solidFill>
                <a:latin typeface="Arial"/>
                <a:ea typeface="Arial"/>
                <a:cs typeface="Arial"/>
              </a:defRPr>
            </a:lvl5pPr>
            <a:lvl6pPr algn="l">
              <a:defRPr sz="1875" b="1">
                <a:solidFill>
                  <a:srgbClr val="F6F3EB"/>
                </a:solidFill>
                <a:latin typeface="Arial"/>
                <a:ea typeface="Arial"/>
                <a:cs typeface="Arial"/>
              </a:defRPr>
            </a:lvl6pPr>
            <a:lvl7pPr algn="l">
              <a:defRPr sz="1875" b="1">
                <a:solidFill>
                  <a:srgbClr val="F6F3EB"/>
                </a:solidFill>
                <a:latin typeface="Arial"/>
                <a:ea typeface="Arial"/>
                <a:cs typeface="Arial"/>
              </a:defRPr>
            </a:lvl7pPr>
            <a:lvl8pPr algn="l">
              <a:defRPr sz="1875" b="1">
                <a:solidFill>
                  <a:srgbClr val="F6F3EB"/>
                </a:solidFill>
                <a:latin typeface="Arial"/>
                <a:ea typeface="Arial"/>
                <a:cs typeface="Arial"/>
              </a:defRPr>
            </a:lvl8pPr>
            <a:lvl9pPr algn="l">
              <a:defRPr sz="1875" b="1">
                <a:solidFill>
                  <a:srgbClr val="F6F3EB"/>
                </a:solidFill>
                <a:latin typeface="Arial"/>
                <a:ea typeface="Arial"/>
                <a:cs typeface="Arial"/>
              </a:defRPr>
            </a:lvl9pPr>
          </a:lstStyle>
          <a:p xmlns:a="http://schemas.openxmlformats.org/drawingml/2006/main">
            <a:pPr algn="l">
              <a:defRPr sz="1875" b="1">
                <a:solidFill>
                  <a:srgbClr val="F6F3EB"/>
                </a:solidFill>
                <a:latin typeface="Arial"/>
                <a:ea typeface="Arial"/>
                <a:cs typeface="Arial"/>
              </a:defRPr>
            </a:pPr>
            <a:r>
              <a:rPr sz="1875" b="1">
                <a:solidFill>
                  <a:srgbClr val="F6F3EB"/>
                </a:solidFill>
                <a:latin typeface="Arial"/>
                <a:ea typeface="Arial"/>
                <a:cs typeface="Arial"/>
              </a:rPr>
              <a:t>React and TypeScript</a:t>
            </a:r>
          </a:p>
          <a:p xmlns:a="http://schemas.openxmlformats.org/drawingml/2006/main">
            <a:pPr algn="l">
              <a:defRPr sz="1875" b="1">
                <a:solidFill>
                  <a:srgbClr val="F6F3EB"/>
                </a:solidFill>
                <a:latin typeface="Arial"/>
                <a:ea typeface="Arial"/>
                <a:cs typeface="Arial"/>
              </a:defRPr>
            </a:pPr>
            <a:r>
              <a:rPr sz="1875" b="1">
                <a:solidFill>
                  <a:srgbClr val="F6F3EB"/>
                </a:solidFill>
                <a:latin typeface="Arial"/>
                <a:ea typeface="Arial"/>
                <a:cs typeface="Arial"/>
              </a:rPr>
              <a:t>Creator controls</a:t>
            </a:r>
          </a:p>
        </p:txBody>
      </p:sp>
      <p:sp>
        <p:nvSpPr>
          <p:cNvPr id="37" name="">
            <a:extLst xmlns:a="http://schemas.openxmlformats.org/drawingml/2006/main">
              <a:ext uri="{FF2B5EF4-FFF2-40B4-BE49-F238E27FC236}">
                <a16:creationId xmlns:a16="http://schemas.microsoft.com/office/drawing/2014/main" id="{0121DF8C-FDA1-446F-82C3-C2CD9B1B7B4A}"/>
              </a:ext>
            </a:extLst>
          </p:cNvPr>
          <p:cNvSpPr>
            <a:spLocks xmlns:a="http://schemas.openxmlformats.org/drawingml/2006/main" noGrp="1"/>
          </p:cNvSpPr>
          <p:nvPr/>
        </p:nvSpPr>
        <p:spPr>
          <a:xfrm xmlns:a="http://schemas.openxmlformats.org/drawingml/2006/main">
            <a:off x="4324350" y="485775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6F3EB"/>
                </a:solidFill>
                <a:latin typeface="Arial"/>
                <a:ea typeface="Arial"/>
                <a:cs typeface="Arial"/>
              </a:defRPr>
            </a:defPPr>
            <a:lvl1pPr algn="l">
              <a:defRPr sz="1875" b="1">
                <a:solidFill>
                  <a:srgbClr val="F6F3EB"/>
                </a:solidFill>
                <a:latin typeface="Arial"/>
                <a:ea typeface="Arial"/>
                <a:cs typeface="Arial"/>
              </a:defRPr>
            </a:lvl1pPr>
            <a:lvl2pPr algn="l">
              <a:defRPr sz="1875" b="1">
                <a:solidFill>
                  <a:srgbClr val="F6F3EB"/>
                </a:solidFill>
                <a:latin typeface="Arial"/>
                <a:ea typeface="Arial"/>
                <a:cs typeface="Arial"/>
              </a:defRPr>
            </a:lvl2pPr>
            <a:lvl3pPr algn="l">
              <a:defRPr sz="1875" b="1">
                <a:solidFill>
                  <a:srgbClr val="F6F3EB"/>
                </a:solidFill>
                <a:latin typeface="Arial"/>
                <a:ea typeface="Arial"/>
                <a:cs typeface="Arial"/>
              </a:defRPr>
            </a:lvl3pPr>
            <a:lvl4pPr algn="l">
              <a:defRPr sz="1875" b="1">
                <a:solidFill>
                  <a:srgbClr val="F6F3EB"/>
                </a:solidFill>
                <a:latin typeface="Arial"/>
                <a:ea typeface="Arial"/>
                <a:cs typeface="Arial"/>
              </a:defRPr>
            </a:lvl4pPr>
            <a:lvl5pPr algn="l">
              <a:defRPr sz="1875" b="1">
                <a:solidFill>
                  <a:srgbClr val="F6F3EB"/>
                </a:solidFill>
                <a:latin typeface="Arial"/>
                <a:ea typeface="Arial"/>
                <a:cs typeface="Arial"/>
              </a:defRPr>
            </a:lvl5pPr>
            <a:lvl6pPr algn="l">
              <a:defRPr sz="1875" b="1">
                <a:solidFill>
                  <a:srgbClr val="F6F3EB"/>
                </a:solidFill>
                <a:latin typeface="Arial"/>
                <a:ea typeface="Arial"/>
                <a:cs typeface="Arial"/>
              </a:defRPr>
            </a:lvl6pPr>
            <a:lvl7pPr algn="l">
              <a:defRPr sz="1875" b="1">
                <a:solidFill>
                  <a:srgbClr val="F6F3EB"/>
                </a:solidFill>
                <a:latin typeface="Arial"/>
                <a:ea typeface="Arial"/>
                <a:cs typeface="Arial"/>
              </a:defRPr>
            </a:lvl7pPr>
            <a:lvl8pPr algn="l">
              <a:defRPr sz="1875" b="1">
                <a:solidFill>
                  <a:srgbClr val="F6F3EB"/>
                </a:solidFill>
                <a:latin typeface="Arial"/>
                <a:ea typeface="Arial"/>
                <a:cs typeface="Arial"/>
              </a:defRPr>
            </a:lvl8pPr>
            <a:lvl9pPr algn="l">
              <a:defRPr sz="1875" b="1">
                <a:solidFill>
                  <a:srgbClr val="F6F3EB"/>
                </a:solidFill>
                <a:latin typeface="Arial"/>
                <a:ea typeface="Arial"/>
                <a:cs typeface="Arial"/>
              </a:defRPr>
            </a:lvl9pPr>
          </a:lstStyle>
          <a:p xmlns:a="http://schemas.openxmlformats.org/drawingml/2006/main">
            <a:pPr algn="l">
              <a:defRPr sz="1875" b="1">
                <a:solidFill>
                  <a:srgbClr val="F6F3EB"/>
                </a:solidFill>
                <a:latin typeface="Arial"/>
                <a:ea typeface="Arial"/>
                <a:cs typeface="Arial"/>
              </a:defRPr>
            </a:pPr>
            <a:r>
              <a:rPr sz="1875" b="1">
                <a:solidFill>
                  <a:srgbClr val="F6F3EB"/>
                </a:solidFill>
                <a:latin typeface="Arial"/>
                <a:ea typeface="Arial"/>
                <a:cs typeface="Arial"/>
              </a:rPr>
              <a:t>FastAPI and durable queues</a:t>
            </a:r>
          </a:p>
          <a:p xmlns:a="http://schemas.openxmlformats.org/drawingml/2006/main">
            <a:pPr algn="l">
              <a:defRPr sz="1875" b="1">
                <a:solidFill>
                  <a:srgbClr val="F6F3EB"/>
                </a:solidFill>
                <a:latin typeface="Arial"/>
                <a:ea typeface="Arial"/>
                <a:cs typeface="Arial"/>
              </a:defRPr>
            </a:pPr>
            <a:r>
              <a:rPr sz="1875" b="1">
                <a:solidFill>
                  <a:srgbClr val="F6F3EB"/>
                </a:solidFill>
                <a:latin typeface="Arial"/>
                <a:ea typeface="Arial"/>
                <a:cs typeface="Arial"/>
              </a:rPr>
              <a:t>Separate import and analysis stages</a:t>
            </a:r>
          </a:p>
        </p:txBody>
      </p:sp>
      <p:sp>
        <p:nvSpPr>
          <p:cNvPr id="38" name="">
            <a:extLst xmlns:a="http://schemas.openxmlformats.org/drawingml/2006/main">
              <a:ext uri="{FF2B5EF4-FFF2-40B4-BE49-F238E27FC236}">
                <a16:creationId xmlns:a16="http://schemas.microsoft.com/office/drawing/2014/main" id="{F34D7449-CD45-4290-B2DC-4624410518CA}"/>
              </a:ext>
            </a:extLst>
          </p:cNvPr>
          <p:cNvSpPr>
            <a:spLocks xmlns:a="http://schemas.openxmlformats.org/drawingml/2006/main" noGrp="1"/>
          </p:cNvSpPr>
          <p:nvPr/>
        </p:nvSpPr>
        <p:spPr>
          <a:xfrm xmlns:a="http://schemas.openxmlformats.org/drawingml/2006/main">
            <a:off x="8305800" y="4857750"/>
            <a:ext cx="320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6F3EB"/>
                </a:solidFill>
                <a:latin typeface="Arial"/>
                <a:ea typeface="Arial"/>
                <a:cs typeface="Arial"/>
              </a:defRPr>
            </a:defPPr>
            <a:lvl1pPr algn="l">
              <a:defRPr sz="1875" b="1">
                <a:solidFill>
                  <a:srgbClr val="F6F3EB"/>
                </a:solidFill>
                <a:latin typeface="Arial"/>
                <a:ea typeface="Arial"/>
                <a:cs typeface="Arial"/>
              </a:defRPr>
            </a:lvl1pPr>
            <a:lvl2pPr algn="l">
              <a:defRPr sz="1875" b="1">
                <a:solidFill>
                  <a:srgbClr val="F6F3EB"/>
                </a:solidFill>
                <a:latin typeface="Arial"/>
                <a:ea typeface="Arial"/>
                <a:cs typeface="Arial"/>
              </a:defRPr>
            </a:lvl2pPr>
            <a:lvl3pPr algn="l">
              <a:defRPr sz="1875" b="1">
                <a:solidFill>
                  <a:srgbClr val="F6F3EB"/>
                </a:solidFill>
                <a:latin typeface="Arial"/>
                <a:ea typeface="Arial"/>
                <a:cs typeface="Arial"/>
              </a:defRPr>
            </a:lvl3pPr>
            <a:lvl4pPr algn="l">
              <a:defRPr sz="1875" b="1">
                <a:solidFill>
                  <a:srgbClr val="F6F3EB"/>
                </a:solidFill>
                <a:latin typeface="Arial"/>
                <a:ea typeface="Arial"/>
                <a:cs typeface="Arial"/>
              </a:defRPr>
            </a:lvl4pPr>
            <a:lvl5pPr algn="l">
              <a:defRPr sz="1875" b="1">
                <a:solidFill>
                  <a:srgbClr val="F6F3EB"/>
                </a:solidFill>
                <a:latin typeface="Arial"/>
                <a:ea typeface="Arial"/>
                <a:cs typeface="Arial"/>
              </a:defRPr>
            </a:lvl5pPr>
            <a:lvl6pPr algn="l">
              <a:defRPr sz="1875" b="1">
                <a:solidFill>
                  <a:srgbClr val="F6F3EB"/>
                </a:solidFill>
                <a:latin typeface="Arial"/>
                <a:ea typeface="Arial"/>
                <a:cs typeface="Arial"/>
              </a:defRPr>
            </a:lvl6pPr>
            <a:lvl7pPr algn="l">
              <a:defRPr sz="1875" b="1">
                <a:solidFill>
                  <a:srgbClr val="F6F3EB"/>
                </a:solidFill>
                <a:latin typeface="Arial"/>
                <a:ea typeface="Arial"/>
                <a:cs typeface="Arial"/>
              </a:defRPr>
            </a:lvl7pPr>
            <a:lvl8pPr algn="l">
              <a:defRPr sz="1875" b="1">
                <a:solidFill>
                  <a:srgbClr val="F6F3EB"/>
                </a:solidFill>
                <a:latin typeface="Arial"/>
                <a:ea typeface="Arial"/>
                <a:cs typeface="Arial"/>
              </a:defRPr>
            </a:lvl8pPr>
            <a:lvl9pPr algn="l">
              <a:defRPr sz="1875" b="1">
                <a:solidFill>
                  <a:srgbClr val="F6F3EB"/>
                </a:solidFill>
                <a:latin typeface="Arial"/>
                <a:ea typeface="Arial"/>
                <a:cs typeface="Arial"/>
              </a:defRPr>
            </a:lvl9pPr>
          </a:lstStyle>
          <a:p xmlns:a="http://schemas.openxmlformats.org/drawingml/2006/main">
            <a:pPr algn="l">
              <a:defRPr sz="1875" b="1">
                <a:solidFill>
                  <a:srgbClr val="F6F3EB"/>
                </a:solidFill>
                <a:latin typeface="Arial"/>
                <a:ea typeface="Arial"/>
                <a:cs typeface="Arial"/>
              </a:defRPr>
            </a:pPr>
            <a:r>
              <a:rPr sz="1875" b="1">
                <a:solidFill>
                  <a:srgbClr val="F6F3EB"/>
                </a:solidFill>
                <a:latin typeface="Arial"/>
                <a:ea typeface="Arial"/>
                <a:cs typeface="Arial"/>
              </a:rPr>
              <a:t>SQLite WAL and local files</a:t>
            </a:r>
          </a:p>
          <a:p xmlns:a="http://schemas.openxmlformats.org/drawingml/2006/main">
            <a:pPr algn="l">
              <a:defRPr sz="1875" b="1">
                <a:solidFill>
                  <a:srgbClr val="F6F3EB"/>
                </a:solidFill>
                <a:latin typeface="Arial"/>
                <a:ea typeface="Arial"/>
                <a:cs typeface="Arial"/>
              </a:defRPr>
            </a:pPr>
            <a:r>
              <a:rPr sz="1875" b="1">
                <a:solidFill>
                  <a:srgbClr val="F6F3EB"/>
                </a:solidFill>
                <a:latin typeface="Arial"/>
                <a:ea typeface="Arial"/>
                <a:cs typeface="Arial"/>
              </a:rPr>
              <a:t>Sources, edits and export history</a:t>
            </a:r>
          </a:p>
        </p:txBody>
      </p:sp>
    </p:spTree>
    <p:extLst>
      <p:ext uri="{BB962C8B-B14F-4D97-AF65-F5344CB8AC3E}">
        <p14:creationId xmlns:p14="http://schemas.microsoft.com/office/powerpoint/2010/main" val="672375037"/>
      </p:ext>
    </p:extLst>
  </p:cSld>
</p:sld>
</file>

<file path=ppt/slides/slide7.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05639A9-42F0-439F-A0DE-8D468B6608F0}"/>
              </a:ext>
            </a:extLst>
          </p:cNvPr>
          <p:cNvSpPr>
            <a:spLocks xmlns:a="http://schemas.openxmlformats.org/drawingml/2006/main" noGrp="1"/>
          </p:cNvSpPr>
          <p:nvPr/>
        </p:nvSpPr>
        <p:spPr>
          <a:xfrm xmlns:a="http://schemas.openxmlformats.org/drawingml/2006/main">
            <a:off x="685800" y="59055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231"/>
                </a:solidFill>
                <a:latin typeface="Arial"/>
                <a:ea typeface="Arial"/>
                <a:cs typeface="Arial"/>
              </a:defRPr>
            </a:defPPr>
            <a:lvl1pPr algn="l">
              <a:defRPr sz="3300" b="1">
                <a:solidFill>
                  <a:srgbClr val="182231"/>
                </a:solidFill>
                <a:latin typeface="Arial"/>
                <a:ea typeface="Arial"/>
                <a:cs typeface="Arial"/>
              </a:defRPr>
            </a:lvl1pPr>
            <a:lvl2pPr algn="l">
              <a:defRPr sz="3300" b="1">
                <a:solidFill>
                  <a:srgbClr val="182231"/>
                </a:solidFill>
                <a:latin typeface="Arial"/>
                <a:ea typeface="Arial"/>
                <a:cs typeface="Arial"/>
              </a:defRPr>
            </a:lvl2pPr>
            <a:lvl3pPr algn="l">
              <a:defRPr sz="3300" b="1">
                <a:solidFill>
                  <a:srgbClr val="182231"/>
                </a:solidFill>
                <a:latin typeface="Arial"/>
                <a:ea typeface="Arial"/>
                <a:cs typeface="Arial"/>
              </a:defRPr>
            </a:lvl3pPr>
            <a:lvl4pPr algn="l">
              <a:defRPr sz="3300" b="1">
                <a:solidFill>
                  <a:srgbClr val="182231"/>
                </a:solidFill>
                <a:latin typeface="Arial"/>
                <a:ea typeface="Arial"/>
                <a:cs typeface="Arial"/>
              </a:defRPr>
            </a:lvl4pPr>
            <a:lvl5pPr algn="l">
              <a:defRPr sz="3300" b="1">
                <a:solidFill>
                  <a:srgbClr val="182231"/>
                </a:solidFill>
                <a:latin typeface="Arial"/>
                <a:ea typeface="Arial"/>
                <a:cs typeface="Arial"/>
              </a:defRPr>
            </a:lvl5pPr>
            <a:lvl6pPr algn="l">
              <a:defRPr sz="3300" b="1">
                <a:solidFill>
                  <a:srgbClr val="182231"/>
                </a:solidFill>
                <a:latin typeface="Arial"/>
                <a:ea typeface="Arial"/>
                <a:cs typeface="Arial"/>
              </a:defRPr>
            </a:lvl6pPr>
            <a:lvl7pPr algn="l">
              <a:defRPr sz="3300" b="1">
                <a:solidFill>
                  <a:srgbClr val="182231"/>
                </a:solidFill>
                <a:latin typeface="Arial"/>
                <a:ea typeface="Arial"/>
                <a:cs typeface="Arial"/>
              </a:defRPr>
            </a:lvl7pPr>
            <a:lvl8pPr algn="l">
              <a:defRPr sz="3300" b="1">
                <a:solidFill>
                  <a:srgbClr val="182231"/>
                </a:solidFill>
                <a:latin typeface="Arial"/>
                <a:ea typeface="Arial"/>
                <a:cs typeface="Arial"/>
              </a:defRPr>
            </a:lvl8pPr>
            <a:lvl9pPr algn="l">
              <a:defRPr sz="3300" b="1">
                <a:solidFill>
                  <a:srgbClr val="182231"/>
                </a:solidFill>
                <a:latin typeface="Arial"/>
                <a:ea typeface="Arial"/>
                <a:cs typeface="Arial"/>
              </a:defRPr>
            </a:lvl9pPr>
          </a:lstStyle>
          <a:p xmlns:a="http://schemas.openxmlformats.org/drawingml/2006/main">
            <a:pPr algn="l">
              <a:defRPr sz="3300" b="1">
                <a:solidFill>
                  <a:srgbClr val="182231"/>
                </a:solidFill>
                <a:latin typeface="Arial"/>
                <a:ea typeface="Arial"/>
                <a:cs typeface="Arial"/>
              </a:defRPr>
            </a:pPr>
            <a:r>
              <a:rPr sz="3300" b="1">
                <a:solidFill>
                  <a:srgbClr val="182231"/>
                </a:solidFill>
                <a:latin typeface="Arial"/>
                <a:ea typeface="Arial"/>
                <a:cs typeface="Arial"/>
              </a:rPr>
              <a:t>Control over each cut</a:t>
            </a:r>
          </a:p>
        </p:txBody>
      </p:sp>
      <p:sp>
        <p:nvSpPr>
          <p:cNvPr id="3" name="">
            <a:extLst xmlns:a="http://schemas.openxmlformats.org/drawingml/2006/main">
              <a:ext uri="{FF2B5EF4-FFF2-40B4-BE49-F238E27FC236}">
                <a16:creationId xmlns:a16="http://schemas.microsoft.com/office/drawing/2014/main" id="{FC240F34-4033-42B3-8D13-5AB81FC906A8}"/>
              </a:ext>
            </a:extLst>
          </p:cNvPr>
          <p:cNvSpPr>
            <a:spLocks xmlns:a="http://schemas.openxmlformats.org/drawingml/2006/main" noGrp="1"/>
          </p:cNvSpPr>
          <p:nvPr/>
        </p:nvSpPr>
        <p:spPr>
          <a:xfrm xmlns:a="http://schemas.openxmlformats.org/drawingml/2006/main">
            <a:off x="685800" y="6324600"/>
            <a:ext cx="10820400" cy="9525"/>
          </a:xfrm>
          <a:prstGeom xmlns:a="http://schemas.openxmlformats.org/drawingml/2006/main" prst="rect">
            <a:avLst/>
          </a:prstGeom>
          <a:solidFill xmlns:a="http://schemas.openxmlformats.org/drawingml/2006/main">
            <a:srgbClr val="D9DFD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A9E5F5C-5C85-4EB9-B86C-F541EFCC8321}"/>
              </a:ext>
            </a:extLst>
          </p:cNvPr>
          <p:cNvSpPr>
            <a:spLocks xmlns:a="http://schemas.openxmlformats.org/drawingml/2006/main" noGrp="1"/>
          </p:cNvSpPr>
          <p:nvPr/>
        </p:nvSpPr>
        <p:spPr>
          <a:xfrm xmlns:a="http://schemas.openxmlformats.org/drawingml/2006/main">
            <a:off x="685800" y="647700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87783"/>
                </a:solidFill>
                <a:latin typeface="Arial"/>
                <a:ea typeface="Arial"/>
                <a:cs typeface="Arial"/>
              </a:defRPr>
            </a:defPPr>
            <a:lvl1pPr algn="l">
              <a:defRPr sz="1050" b="1">
                <a:solidFill>
                  <a:srgbClr val="687783"/>
                </a:solidFill>
                <a:latin typeface="Arial"/>
                <a:ea typeface="Arial"/>
                <a:cs typeface="Arial"/>
              </a:defRPr>
            </a:lvl1pPr>
            <a:lvl2pPr algn="l">
              <a:defRPr sz="1050" b="1">
                <a:solidFill>
                  <a:srgbClr val="687783"/>
                </a:solidFill>
                <a:latin typeface="Arial"/>
                <a:ea typeface="Arial"/>
                <a:cs typeface="Arial"/>
              </a:defRPr>
            </a:lvl2pPr>
            <a:lvl3pPr algn="l">
              <a:defRPr sz="1050" b="1">
                <a:solidFill>
                  <a:srgbClr val="687783"/>
                </a:solidFill>
                <a:latin typeface="Arial"/>
                <a:ea typeface="Arial"/>
                <a:cs typeface="Arial"/>
              </a:defRPr>
            </a:lvl3pPr>
            <a:lvl4pPr algn="l">
              <a:defRPr sz="1050" b="1">
                <a:solidFill>
                  <a:srgbClr val="687783"/>
                </a:solidFill>
                <a:latin typeface="Arial"/>
                <a:ea typeface="Arial"/>
                <a:cs typeface="Arial"/>
              </a:defRPr>
            </a:lvl4pPr>
            <a:lvl5pPr algn="l">
              <a:defRPr sz="1050" b="1">
                <a:solidFill>
                  <a:srgbClr val="687783"/>
                </a:solidFill>
                <a:latin typeface="Arial"/>
                <a:ea typeface="Arial"/>
                <a:cs typeface="Arial"/>
              </a:defRPr>
            </a:lvl5pPr>
            <a:lvl6pPr algn="l">
              <a:defRPr sz="1050" b="1">
                <a:solidFill>
                  <a:srgbClr val="687783"/>
                </a:solidFill>
                <a:latin typeface="Arial"/>
                <a:ea typeface="Arial"/>
                <a:cs typeface="Arial"/>
              </a:defRPr>
            </a:lvl6pPr>
            <a:lvl7pPr algn="l">
              <a:defRPr sz="1050" b="1">
                <a:solidFill>
                  <a:srgbClr val="687783"/>
                </a:solidFill>
                <a:latin typeface="Arial"/>
                <a:ea typeface="Arial"/>
                <a:cs typeface="Arial"/>
              </a:defRPr>
            </a:lvl7pPr>
            <a:lvl8pPr algn="l">
              <a:defRPr sz="1050" b="1">
                <a:solidFill>
                  <a:srgbClr val="687783"/>
                </a:solidFill>
                <a:latin typeface="Arial"/>
                <a:ea typeface="Arial"/>
                <a:cs typeface="Arial"/>
              </a:defRPr>
            </a:lvl8pPr>
            <a:lvl9pPr algn="l">
              <a:defRPr sz="1050" b="1">
                <a:solidFill>
                  <a:srgbClr val="687783"/>
                </a:solidFill>
                <a:latin typeface="Arial"/>
                <a:ea typeface="Arial"/>
                <a:cs typeface="Arial"/>
              </a:defRPr>
            </a:lvl9pPr>
          </a:lstStyle>
          <a:p xmlns:a="http://schemas.openxmlformats.org/drawingml/2006/main">
            <a:pPr algn="l">
              <a:defRPr sz="1050" b="1">
                <a:solidFill>
                  <a:srgbClr val="687783"/>
                </a:solidFill>
                <a:latin typeface="Arial"/>
                <a:ea typeface="Arial"/>
                <a:cs typeface="Arial"/>
              </a:defRPr>
            </a:pPr>
            <a:r>
              <a:rPr sz="1050" b="1">
                <a:solidFill>
                  <a:srgbClr val="687783"/>
                </a:solidFill>
                <a:latin typeface="Arial"/>
                <a:ea typeface="Arial"/>
                <a:cs typeface="Arial"/>
              </a:rPr>
              <a:t>FRAMECRAFT</a:t>
            </a:r>
          </a:p>
        </p:txBody>
      </p:sp>
      <p:sp>
        <p:nvSpPr>
          <p:cNvPr id="5" name="">
            <a:extLst xmlns:a="http://schemas.openxmlformats.org/drawingml/2006/main">
              <a:ext uri="{FF2B5EF4-FFF2-40B4-BE49-F238E27FC236}">
                <a16:creationId xmlns:a16="http://schemas.microsoft.com/office/drawing/2014/main" id="{913034D6-47CD-4345-8BAE-0E11280E51BF}"/>
              </a:ext>
            </a:extLst>
          </p:cNvPr>
          <p:cNvSpPr>
            <a:spLocks xmlns:a="http://schemas.openxmlformats.org/drawingml/2006/main" noGrp="1"/>
          </p:cNvSpPr>
          <p:nvPr/>
        </p:nvSpPr>
        <p:spPr>
          <a:xfrm xmlns:a="http://schemas.openxmlformats.org/drawingml/2006/main">
            <a:off x="10953750" y="64770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87783"/>
                </a:solidFill>
                <a:latin typeface="Arial"/>
                <a:ea typeface="Arial"/>
                <a:cs typeface="Arial"/>
              </a:defRPr>
            </a:defPPr>
            <a:lvl1pPr algn="r">
              <a:defRPr sz="1050" b="0">
                <a:solidFill>
                  <a:srgbClr val="687783"/>
                </a:solidFill>
                <a:latin typeface="Arial"/>
                <a:ea typeface="Arial"/>
                <a:cs typeface="Arial"/>
              </a:defRPr>
            </a:lvl1pPr>
            <a:lvl2pPr algn="r">
              <a:defRPr sz="1050" b="0">
                <a:solidFill>
                  <a:srgbClr val="687783"/>
                </a:solidFill>
                <a:latin typeface="Arial"/>
                <a:ea typeface="Arial"/>
                <a:cs typeface="Arial"/>
              </a:defRPr>
            </a:lvl2pPr>
            <a:lvl3pPr algn="r">
              <a:defRPr sz="1050" b="0">
                <a:solidFill>
                  <a:srgbClr val="687783"/>
                </a:solidFill>
                <a:latin typeface="Arial"/>
                <a:ea typeface="Arial"/>
                <a:cs typeface="Arial"/>
              </a:defRPr>
            </a:lvl3pPr>
            <a:lvl4pPr algn="r">
              <a:defRPr sz="1050" b="0">
                <a:solidFill>
                  <a:srgbClr val="687783"/>
                </a:solidFill>
                <a:latin typeface="Arial"/>
                <a:ea typeface="Arial"/>
                <a:cs typeface="Arial"/>
              </a:defRPr>
            </a:lvl4pPr>
            <a:lvl5pPr algn="r">
              <a:defRPr sz="1050" b="0">
                <a:solidFill>
                  <a:srgbClr val="687783"/>
                </a:solidFill>
                <a:latin typeface="Arial"/>
                <a:ea typeface="Arial"/>
                <a:cs typeface="Arial"/>
              </a:defRPr>
            </a:lvl5pPr>
            <a:lvl6pPr algn="r">
              <a:defRPr sz="1050" b="0">
                <a:solidFill>
                  <a:srgbClr val="687783"/>
                </a:solidFill>
                <a:latin typeface="Arial"/>
                <a:ea typeface="Arial"/>
                <a:cs typeface="Arial"/>
              </a:defRPr>
            </a:lvl6pPr>
            <a:lvl7pPr algn="r">
              <a:defRPr sz="1050" b="0">
                <a:solidFill>
                  <a:srgbClr val="687783"/>
                </a:solidFill>
                <a:latin typeface="Arial"/>
                <a:ea typeface="Arial"/>
                <a:cs typeface="Arial"/>
              </a:defRPr>
            </a:lvl7pPr>
            <a:lvl8pPr algn="r">
              <a:defRPr sz="1050" b="0">
                <a:solidFill>
                  <a:srgbClr val="687783"/>
                </a:solidFill>
                <a:latin typeface="Arial"/>
                <a:ea typeface="Arial"/>
                <a:cs typeface="Arial"/>
              </a:defRPr>
            </a:lvl8pPr>
            <a:lvl9pPr algn="r">
              <a:defRPr sz="1050" b="0">
                <a:solidFill>
                  <a:srgbClr val="687783"/>
                </a:solidFill>
                <a:latin typeface="Arial"/>
                <a:ea typeface="Arial"/>
                <a:cs typeface="Arial"/>
              </a:defRPr>
            </a:lvl9pPr>
          </a:lstStyle>
          <a:p xmlns:a="http://schemas.openxmlformats.org/drawingml/2006/main">
            <a:pPr algn="r">
              <a:defRPr sz="1050" b="0">
                <a:solidFill>
                  <a:srgbClr val="687783"/>
                </a:solidFill>
                <a:latin typeface="Arial"/>
                <a:ea typeface="Arial"/>
                <a:cs typeface="Arial"/>
              </a:defRPr>
            </a:pPr>
            <a:r>
              <a:rPr sz="1050" b="0">
                <a:solidFill>
                  <a:srgbClr val="687783"/>
                </a:solidFill>
                <a:latin typeface="Arial"/>
                <a:ea typeface="Arial"/>
                <a:cs typeface="Arial"/>
              </a:rPr>
              <a:t>07</a:t>
            </a:r>
          </a:p>
        </p:txBody>
      </p:sp>
      <p:sp>
        <p:nvSpPr>
          <p:cNvPr id="6" name="">
            <a:extLst xmlns:a="http://schemas.openxmlformats.org/drawingml/2006/main">
              <a:ext uri="{FF2B5EF4-FFF2-40B4-BE49-F238E27FC236}">
                <a16:creationId xmlns:a16="http://schemas.microsoft.com/office/drawing/2014/main" id="{02661DE5-30DA-4A50-8905-3F203E199FF6}"/>
              </a:ext>
            </a:extLst>
          </p:cNvPr>
          <p:cNvSpPr>
            <a:spLocks xmlns:a="http://schemas.openxmlformats.org/drawingml/2006/main" noGrp="1"/>
          </p:cNvSpPr>
          <p:nvPr/>
        </p:nvSpPr>
        <p:spPr>
          <a:xfrm xmlns:a="http://schemas.openxmlformats.org/drawingml/2006/main">
            <a:off x="685800" y="1952625"/>
            <a:ext cx="316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3C7EEB"/>
                </a:solidFill>
                <a:latin typeface="Arial"/>
                <a:ea typeface="Arial"/>
                <a:cs typeface="Arial"/>
              </a:defRPr>
            </a:defPPr>
            <a:lvl1pPr algn="l">
              <a:defRPr sz="1125" b="1">
                <a:solidFill>
                  <a:srgbClr val="3C7EEB"/>
                </a:solidFill>
                <a:latin typeface="Arial"/>
                <a:ea typeface="Arial"/>
                <a:cs typeface="Arial"/>
              </a:defRPr>
            </a:lvl1pPr>
            <a:lvl2pPr algn="l">
              <a:defRPr sz="1125" b="1">
                <a:solidFill>
                  <a:srgbClr val="3C7EEB"/>
                </a:solidFill>
                <a:latin typeface="Arial"/>
                <a:ea typeface="Arial"/>
                <a:cs typeface="Arial"/>
              </a:defRPr>
            </a:lvl2pPr>
            <a:lvl3pPr algn="l">
              <a:defRPr sz="1125" b="1">
                <a:solidFill>
                  <a:srgbClr val="3C7EEB"/>
                </a:solidFill>
                <a:latin typeface="Arial"/>
                <a:ea typeface="Arial"/>
                <a:cs typeface="Arial"/>
              </a:defRPr>
            </a:lvl3pPr>
            <a:lvl4pPr algn="l">
              <a:defRPr sz="1125" b="1">
                <a:solidFill>
                  <a:srgbClr val="3C7EEB"/>
                </a:solidFill>
                <a:latin typeface="Arial"/>
                <a:ea typeface="Arial"/>
                <a:cs typeface="Arial"/>
              </a:defRPr>
            </a:lvl4pPr>
            <a:lvl5pPr algn="l">
              <a:defRPr sz="1125" b="1">
                <a:solidFill>
                  <a:srgbClr val="3C7EEB"/>
                </a:solidFill>
                <a:latin typeface="Arial"/>
                <a:ea typeface="Arial"/>
                <a:cs typeface="Arial"/>
              </a:defRPr>
            </a:lvl5pPr>
            <a:lvl6pPr algn="l">
              <a:defRPr sz="1125" b="1">
                <a:solidFill>
                  <a:srgbClr val="3C7EEB"/>
                </a:solidFill>
                <a:latin typeface="Arial"/>
                <a:ea typeface="Arial"/>
                <a:cs typeface="Arial"/>
              </a:defRPr>
            </a:lvl6pPr>
            <a:lvl7pPr algn="l">
              <a:defRPr sz="1125" b="1">
                <a:solidFill>
                  <a:srgbClr val="3C7EEB"/>
                </a:solidFill>
                <a:latin typeface="Arial"/>
                <a:ea typeface="Arial"/>
                <a:cs typeface="Arial"/>
              </a:defRPr>
            </a:lvl7pPr>
            <a:lvl8pPr algn="l">
              <a:defRPr sz="1125" b="1">
                <a:solidFill>
                  <a:srgbClr val="3C7EEB"/>
                </a:solidFill>
                <a:latin typeface="Arial"/>
                <a:ea typeface="Arial"/>
                <a:cs typeface="Arial"/>
              </a:defRPr>
            </a:lvl8pPr>
            <a:lvl9pPr algn="l">
              <a:defRPr sz="1125" b="1">
                <a:solidFill>
                  <a:srgbClr val="3C7EEB"/>
                </a:solidFill>
                <a:latin typeface="Arial"/>
                <a:ea typeface="Arial"/>
                <a:cs typeface="Arial"/>
              </a:defRPr>
            </a:lvl9pPr>
          </a:lstStyle>
          <a:p xmlns:a="http://schemas.openxmlformats.org/drawingml/2006/main">
            <a:pPr algn="l">
              <a:defRPr sz="1125" b="1">
                <a:solidFill>
                  <a:srgbClr val="3C7EEB"/>
                </a:solidFill>
                <a:latin typeface="Arial"/>
                <a:ea typeface="Arial"/>
                <a:cs typeface="Arial"/>
              </a:defRPr>
            </a:pPr>
            <a:r>
              <a:rPr sz="1125" b="1">
                <a:solidFill>
                  <a:srgbClr val="3C7EEB"/>
                </a:solidFill>
                <a:latin typeface="Arial"/>
                <a:ea typeface="Arial"/>
                <a:cs typeface="Arial"/>
              </a:rPr>
              <a:t>LOCAL PROCESSING</a:t>
            </a:r>
          </a:p>
        </p:txBody>
      </p:sp>
      <p:sp>
        <p:nvSpPr>
          <p:cNvPr id="7" name="">
            <a:extLst xmlns:a="http://schemas.openxmlformats.org/drawingml/2006/main">
              <a:ext uri="{FF2B5EF4-FFF2-40B4-BE49-F238E27FC236}">
                <a16:creationId xmlns:a16="http://schemas.microsoft.com/office/drawing/2014/main" id="{5AA50E83-B5B0-4186-B21D-57786C938CC3}"/>
              </a:ext>
            </a:extLst>
          </p:cNvPr>
          <p:cNvSpPr>
            <a:spLocks xmlns:a="http://schemas.openxmlformats.org/drawingml/2006/main" noGrp="1"/>
          </p:cNvSpPr>
          <p:nvPr/>
        </p:nvSpPr>
        <p:spPr>
          <a:xfrm xmlns:a="http://schemas.openxmlformats.org/drawingml/2006/main">
            <a:off x="685800" y="2314575"/>
            <a:ext cx="3162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82231"/>
                </a:solidFill>
                <a:latin typeface="Arial"/>
                <a:ea typeface="Arial"/>
                <a:cs typeface="Arial"/>
              </a:defRPr>
            </a:defPPr>
            <a:lvl1pPr algn="l">
              <a:defRPr sz="2175" b="1">
                <a:solidFill>
                  <a:srgbClr val="182231"/>
                </a:solidFill>
                <a:latin typeface="Arial"/>
                <a:ea typeface="Arial"/>
                <a:cs typeface="Arial"/>
              </a:defRPr>
            </a:lvl1pPr>
            <a:lvl2pPr algn="l">
              <a:defRPr sz="2175" b="1">
                <a:solidFill>
                  <a:srgbClr val="182231"/>
                </a:solidFill>
                <a:latin typeface="Arial"/>
                <a:ea typeface="Arial"/>
                <a:cs typeface="Arial"/>
              </a:defRPr>
            </a:lvl2pPr>
            <a:lvl3pPr algn="l">
              <a:defRPr sz="2175" b="1">
                <a:solidFill>
                  <a:srgbClr val="182231"/>
                </a:solidFill>
                <a:latin typeface="Arial"/>
                <a:ea typeface="Arial"/>
                <a:cs typeface="Arial"/>
              </a:defRPr>
            </a:lvl3pPr>
            <a:lvl4pPr algn="l">
              <a:defRPr sz="2175" b="1">
                <a:solidFill>
                  <a:srgbClr val="182231"/>
                </a:solidFill>
                <a:latin typeface="Arial"/>
                <a:ea typeface="Arial"/>
                <a:cs typeface="Arial"/>
              </a:defRPr>
            </a:lvl4pPr>
            <a:lvl5pPr algn="l">
              <a:defRPr sz="2175" b="1">
                <a:solidFill>
                  <a:srgbClr val="182231"/>
                </a:solidFill>
                <a:latin typeface="Arial"/>
                <a:ea typeface="Arial"/>
                <a:cs typeface="Arial"/>
              </a:defRPr>
            </a:lvl5pPr>
            <a:lvl6pPr algn="l">
              <a:defRPr sz="2175" b="1">
                <a:solidFill>
                  <a:srgbClr val="182231"/>
                </a:solidFill>
                <a:latin typeface="Arial"/>
                <a:ea typeface="Arial"/>
                <a:cs typeface="Arial"/>
              </a:defRPr>
            </a:lvl6pPr>
            <a:lvl7pPr algn="l">
              <a:defRPr sz="2175" b="1">
                <a:solidFill>
                  <a:srgbClr val="182231"/>
                </a:solidFill>
                <a:latin typeface="Arial"/>
                <a:ea typeface="Arial"/>
                <a:cs typeface="Arial"/>
              </a:defRPr>
            </a:lvl7pPr>
            <a:lvl8pPr algn="l">
              <a:defRPr sz="2175" b="1">
                <a:solidFill>
                  <a:srgbClr val="182231"/>
                </a:solidFill>
                <a:latin typeface="Arial"/>
                <a:ea typeface="Arial"/>
                <a:cs typeface="Arial"/>
              </a:defRPr>
            </a:lvl8pPr>
            <a:lvl9pPr algn="l">
              <a:defRPr sz="2175" b="1">
                <a:solidFill>
                  <a:srgbClr val="182231"/>
                </a:solidFill>
                <a:latin typeface="Arial"/>
                <a:ea typeface="Arial"/>
                <a:cs typeface="Arial"/>
              </a:defRPr>
            </a:lvl9pPr>
          </a:lstStyle>
          <a:p xmlns:a="http://schemas.openxmlformats.org/drawingml/2006/main">
            <a:pPr algn="l">
              <a:defRPr sz="2175" b="1">
                <a:solidFill>
                  <a:srgbClr val="182231"/>
                </a:solidFill>
                <a:latin typeface="Arial"/>
                <a:ea typeface="Arial"/>
                <a:cs typeface="Arial"/>
              </a:defRPr>
            </a:pPr>
            <a:r>
              <a:rPr sz="2175" b="1">
                <a:solidFill>
                  <a:srgbClr val="182231"/>
                </a:solidFill>
                <a:latin typeface="Arial"/>
                <a:ea typeface="Arial"/>
                <a:cs typeface="Arial"/>
              </a:rPr>
              <a:t>No mandatory paid AI key</a:t>
            </a:r>
          </a:p>
        </p:txBody>
      </p:sp>
      <p:sp>
        <p:nvSpPr>
          <p:cNvPr id="8" name="">
            <a:extLst xmlns:a="http://schemas.openxmlformats.org/drawingml/2006/main">
              <a:ext uri="{FF2B5EF4-FFF2-40B4-BE49-F238E27FC236}">
                <a16:creationId xmlns:a16="http://schemas.microsoft.com/office/drawing/2014/main" id="{8CDB7F98-149E-47D7-9974-457EB91CEF50}"/>
              </a:ext>
            </a:extLst>
          </p:cNvPr>
          <p:cNvSpPr>
            <a:spLocks xmlns:a="http://schemas.openxmlformats.org/drawingml/2006/main" noGrp="1"/>
          </p:cNvSpPr>
          <p:nvPr/>
        </p:nvSpPr>
        <p:spPr>
          <a:xfrm xmlns:a="http://schemas.openxmlformats.org/drawingml/2006/main">
            <a:off x="685800" y="3038475"/>
            <a:ext cx="31623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372"/>
                </a:solidFill>
                <a:latin typeface="Arial"/>
                <a:ea typeface="Arial"/>
                <a:cs typeface="Arial"/>
              </a:defRPr>
            </a:defPPr>
            <a:lvl1pPr algn="l">
              <a:defRPr sz="1575" b="0">
                <a:solidFill>
                  <a:srgbClr val="526372"/>
                </a:solidFill>
                <a:latin typeface="Arial"/>
                <a:ea typeface="Arial"/>
                <a:cs typeface="Arial"/>
              </a:defRPr>
            </a:lvl1pPr>
            <a:lvl2pPr algn="l">
              <a:defRPr sz="1575" b="0">
                <a:solidFill>
                  <a:srgbClr val="526372"/>
                </a:solidFill>
                <a:latin typeface="Arial"/>
                <a:ea typeface="Arial"/>
                <a:cs typeface="Arial"/>
              </a:defRPr>
            </a:lvl2pPr>
            <a:lvl3pPr algn="l">
              <a:defRPr sz="1575" b="0">
                <a:solidFill>
                  <a:srgbClr val="526372"/>
                </a:solidFill>
                <a:latin typeface="Arial"/>
                <a:ea typeface="Arial"/>
                <a:cs typeface="Arial"/>
              </a:defRPr>
            </a:lvl3pPr>
            <a:lvl4pPr algn="l">
              <a:defRPr sz="1575" b="0">
                <a:solidFill>
                  <a:srgbClr val="526372"/>
                </a:solidFill>
                <a:latin typeface="Arial"/>
                <a:ea typeface="Arial"/>
                <a:cs typeface="Arial"/>
              </a:defRPr>
            </a:lvl4pPr>
            <a:lvl5pPr algn="l">
              <a:defRPr sz="1575" b="0">
                <a:solidFill>
                  <a:srgbClr val="526372"/>
                </a:solidFill>
                <a:latin typeface="Arial"/>
                <a:ea typeface="Arial"/>
                <a:cs typeface="Arial"/>
              </a:defRPr>
            </a:lvl5pPr>
            <a:lvl6pPr algn="l">
              <a:defRPr sz="1575" b="0">
                <a:solidFill>
                  <a:srgbClr val="526372"/>
                </a:solidFill>
                <a:latin typeface="Arial"/>
                <a:ea typeface="Arial"/>
                <a:cs typeface="Arial"/>
              </a:defRPr>
            </a:lvl6pPr>
            <a:lvl7pPr algn="l">
              <a:defRPr sz="1575" b="0">
                <a:solidFill>
                  <a:srgbClr val="526372"/>
                </a:solidFill>
                <a:latin typeface="Arial"/>
                <a:ea typeface="Arial"/>
                <a:cs typeface="Arial"/>
              </a:defRPr>
            </a:lvl7pPr>
            <a:lvl8pPr algn="l">
              <a:defRPr sz="1575" b="0">
                <a:solidFill>
                  <a:srgbClr val="526372"/>
                </a:solidFill>
                <a:latin typeface="Arial"/>
                <a:ea typeface="Arial"/>
                <a:cs typeface="Arial"/>
              </a:defRPr>
            </a:lvl8pPr>
            <a:lvl9pPr algn="l">
              <a:defRPr sz="1575" b="0">
                <a:solidFill>
                  <a:srgbClr val="526372"/>
                </a:solidFill>
                <a:latin typeface="Arial"/>
                <a:ea typeface="Arial"/>
                <a:cs typeface="Arial"/>
              </a:defRPr>
            </a:lvl9pPr>
          </a:lstStyle>
          <a:p xmlns:a="http://schemas.openxmlformats.org/drawingml/2006/main">
            <a:pPr algn="l">
              <a:defRPr sz="1575" b="0">
                <a:solidFill>
                  <a:srgbClr val="526372"/>
                </a:solidFill>
                <a:latin typeface="Arial"/>
                <a:ea typeface="Arial"/>
                <a:cs typeface="Arial"/>
              </a:defRPr>
            </a:pPr>
            <a:r>
              <a:rPr sz="1575" b="0">
                <a:solidFill>
                  <a:srgbClr val="526372"/>
                </a:solidFill>
                <a:latin typeface="Arial"/>
                <a:ea typeface="Arial"/>
                <a:cs typeface="Arial"/>
              </a:rPr>
              <a:t>Speech recognition and media analysis run on the user’s machine.</a:t>
            </a:r>
          </a:p>
        </p:txBody>
      </p:sp>
      <p:sp>
        <p:nvSpPr>
          <p:cNvPr id="9" name="">
            <a:extLst xmlns:a="http://schemas.openxmlformats.org/drawingml/2006/main">
              <a:ext uri="{FF2B5EF4-FFF2-40B4-BE49-F238E27FC236}">
                <a16:creationId xmlns:a16="http://schemas.microsoft.com/office/drawing/2014/main" id="{818BE591-D926-4C9C-84B2-0D6280E1F520}"/>
              </a:ext>
            </a:extLst>
          </p:cNvPr>
          <p:cNvSpPr>
            <a:spLocks xmlns:a="http://schemas.openxmlformats.org/drawingml/2006/main" noGrp="1"/>
          </p:cNvSpPr>
          <p:nvPr/>
        </p:nvSpPr>
        <p:spPr>
          <a:xfrm xmlns:a="http://schemas.openxmlformats.org/drawingml/2006/main">
            <a:off x="4362450" y="1952625"/>
            <a:ext cx="316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3C7EEB"/>
                </a:solidFill>
                <a:latin typeface="Arial"/>
                <a:ea typeface="Arial"/>
                <a:cs typeface="Arial"/>
              </a:defRPr>
            </a:defPPr>
            <a:lvl1pPr algn="l">
              <a:defRPr sz="1125" b="1">
                <a:solidFill>
                  <a:srgbClr val="3C7EEB"/>
                </a:solidFill>
                <a:latin typeface="Arial"/>
                <a:ea typeface="Arial"/>
                <a:cs typeface="Arial"/>
              </a:defRPr>
            </a:lvl1pPr>
            <a:lvl2pPr algn="l">
              <a:defRPr sz="1125" b="1">
                <a:solidFill>
                  <a:srgbClr val="3C7EEB"/>
                </a:solidFill>
                <a:latin typeface="Arial"/>
                <a:ea typeface="Arial"/>
                <a:cs typeface="Arial"/>
              </a:defRPr>
            </a:lvl2pPr>
            <a:lvl3pPr algn="l">
              <a:defRPr sz="1125" b="1">
                <a:solidFill>
                  <a:srgbClr val="3C7EEB"/>
                </a:solidFill>
                <a:latin typeface="Arial"/>
                <a:ea typeface="Arial"/>
                <a:cs typeface="Arial"/>
              </a:defRPr>
            </a:lvl3pPr>
            <a:lvl4pPr algn="l">
              <a:defRPr sz="1125" b="1">
                <a:solidFill>
                  <a:srgbClr val="3C7EEB"/>
                </a:solidFill>
                <a:latin typeface="Arial"/>
                <a:ea typeface="Arial"/>
                <a:cs typeface="Arial"/>
              </a:defRPr>
            </a:lvl4pPr>
            <a:lvl5pPr algn="l">
              <a:defRPr sz="1125" b="1">
                <a:solidFill>
                  <a:srgbClr val="3C7EEB"/>
                </a:solidFill>
                <a:latin typeface="Arial"/>
                <a:ea typeface="Arial"/>
                <a:cs typeface="Arial"/>
              </a:defRPr>
            </a:lvl5pPr>
            <a:lvl6pPr algn="l">
              <a:defRPr sz="1125" b="1">
                <a:solidFill>
                  <a:srgbClr val="3C7EEB"/>
                </a:solidFill>
                <a:latin typeface="Arial"/>
                <a:ea typeface="Arial"/>
                <a:cs typeface="Arial"/>
              </a:defRPr>
            </a:lvl6pPr>
            <a:lvl7pPr algn="l">
              <a:defRPr sz="1125" b="1">
                <a:solidFill>
                  <a:srgbClr val="3C7EEB"/>
                </a:solidFill>
                <a:latin typeface="Arial"/>
                <a:ea typeface="Arial"/>
                <a:cs typeface="Arial"/>
              </a:defRPr>
            </a:lvl7pPr>
            <a:lvl8pPr algn="l">
              <a:defRPr sz="1125" b="1">
                <a:solidFill>
                  <a:srgbClr val="3C7EEB"/>
                </a:solidFill>
                <a:latin typeface="Arial"/>
                <a:ea typeface="Arial"/>
                <a:cs typeface="Arial"/>
              </a:defRPr>
            </a:lvl8pPr>
            <a:lvl9pPr algn="l">
              <a:defRPr sz="1125" b="1">
                <a:solidFill>
                  <a:srgbClr val="3C7EEB"/>
                </a:solidFill>
                <a:latin typeface="Arial"/>
                <a:ea typeface="Arial"/>
                <a:cs typeface="Arial"/>
              </a:defRPr>
            </a:lvl9pPr>
          </a:lstStyle>
          <a:p xmlns:a="http://schemas.openxmlformats.org/drawingml/2006/main">
            <a:pPr algn="l">
              <a:defRPr sz="1125" b="1">
                <a:solidFill>
                  <a:srgbClr val="3C7EEB"/>
                </a:solidFill>
                <a:latin typeface="Arial"/>
                <a:ea typeface="Arial"/>
                <a:cs typeface="Arial"/>
              </a:defRPr>
            </a:pPr>
            <a:r>
              <a:rPr sz="1125" b="1">
                <a:solidFill>
                  <a:srgbClr val="3C7EEB"/>
                </a:solidFill>
                <a:latin typeface="Arial"/>
                <a:ea typeface="Arial"/>
                <a:cs typeface="Arial"/>
              </a:rPr>
              <a:t>EXPLAINABLE CHOICES</a:t>
            </a:r>
          </a:p>
        </p:txBody>
      </p:sp>
      <p:sp>
        <p:nvSpPr>
          <p:cNvPr id="10" name="">
            <a:extLst xmlns:a="http://schemas.openxmlformats.org/drawingml/2006/main">
              <a:ext uri="{FF2B5EF4-FFF2-40B4-BE49-F238E27FC236}">
                <a16:creationId xmlns:a16="http://schemas.microsoft.com/office/drawing/2014/main" id="{233E3D7B-D323-4AC8-86C3-9CD12AAE73B4}"/>
              </a:ext>
            </a:extLst>
          </p:cNvPr>
          <p:cNvSpPr>
            <a:spLocks xmlns:a="http://schemas.openxmlformats.org/drawingml/2006/main" noGrp="1"/>
          </p:cNvSpPr>
          <p:nvPr/>
        </p:nvSpPr>
        <p:spPr>
          <a:xfrm xmlns:a="http://schemas.openxmlformats.org/drawingml/2006/main">
            <a:off x="4362450" y="2314575"/>
            <a:ext cx="3162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82231"/>
                </a:solidFill>
                <a:latin typeface="Arial"/>
                <a:ea typeface="Arial"/>
                <a:cs typeface="Arial"/>
              </a:defRPr>
            </a:defPPr>
            <a:lvl1pPr algn="l">
              <a:defRPr sz="2175" b="1">
                <a:solidFill>
                  <a:srgbClr val="182231"/>
                </a:solidFill>
                <a:latin typeface="Arial"/>
                <a:ea typeface="Arial"/>
                <a:cs typeface="Arial"/>
              </a:defRPr>
            </a:lvl1pPr>
            <a:lvl2pPr algn="l">
              <a:defRPr sz="2175" b="1">
                <a:solidFill>
                  <a:srgbClr val="182231"/>
                </a:solidFill>
                <a:latin typeface="Arial"/>
                <a:ea typeface="Arial"/>
                <a:cs typeface="Arial"/>
              </a:defRPr>
            </a:lvl2pPr>
            <a:lvl3pPr algn="l">
              <a:defRPr sz="2175" b="1">
                <a:solidFill>
                  <a:srgbClr val="182231"/>
                </a:solidFill>
                <a:latin typeface="Arial"/>
                <a:ea typeface="Arial"/>
                <a:cs typeface="Arial"/>
              </a:defRPr>
            </a:lvl3pPr>
            <a:lvl4pPr algn="l">
              <a:defRPr sz="2175" b="1">
                <a:solidFill>
                  <a:srgbClr val="182231"/>
                </a:solidFill>
                <a:latin typeface="Arial"/>
                <a:ea typeface="Arial"/>
                <a:cs typeface="Arial"/>
              </a:defRPr>
            </a:lvl4pPr>
            <a:lvl5pPr algn="l">
              <a:defRPr sz="2175" b="1">
                <a:solidFill>
                  <a:srgbClr val="182231"/>
                </a:solidFill>
                <a:latin typeface="Arial"/>
                <a:ea typeface="Arial"/>
                <a:cs typeface="Arial"/>
              </a:defRPr>
            </a:lvl5pPr>
            <a:lvl6pPr algn="l">
              <a:defRPr sz="2175" b="1">
                <a:solidFill>
                  <a:srgbClr val="182231"/>
                </a:solidFill>
                <a:latin typeface="Arial"/>
                <a:ea typeface="Arial"/>
                <a:cs typeface="Arial"/>
              </a:defRPr>
            </a:lvl6pPr>
            <a:lvl7pPr algn="l">
              <a:defRPr sz="2175" b="1">
                <a:solidFill>
                  <a:srgbClr val="182231"/>
                </a:solidFill>
                <a:latin typeface="Arial"/>
                <a:ea typeface="Arial"/>
                <a:cs typeface="Arial"/>
              </a:defRPr>
            </a:lvl7pPr>
            <a:lvl8pPr algn="l">
              <a:defRPr sz="2175" b="1">
                <a:solidFill>
                  <a:srgbClr val="182231"/>
                </a:solidFill>
                <a:latin typeface="Arial"/>
                <a:ea typeface="Arial"/>
                <a:cs typeface="Arial"/>
              </a:defRPr>
            </a:lvl8pPr>
            <a:lvl9pPr algn="l">
              <a:defRPr sz="2175" b="1">
                <a:solidFill>
                  <a:srgbClr val="182231"/>
                </a:solidFill>
                <a:latin typeface="Arial"/>
                <a:ea typeface="Arial"/>
                <a:cs typeface="Arial"/>
              </a:defRPr>
            </a:lvl9pPr>
          </a:lstStyle>
          <a:p xmlns:a="http://schemas.openxmlformats.org/drawingml/2006/main">
            <a:pPr algn="l">
              <a:defRPr sz="2175" b="1">
                <a:solidFill>
                  <a:srgbClr val="182231"/>
                </a:solidFill>
                <a:latin typeface="Arial"/>
                <a:ea typeface="Arial"/>
                <a:cs typeface="Arial"/>
              </a:defRPr>
            </a:pPr>
            <a:r>
              <a:rPr sz="2175" b="1">
                <a:solidFill>
                  <a:srgbClr val="182231"/>
                </a:solidFill>
                <a:latin typeface="Arial"/>
                <a:ea typeface="Arial"/>
                <a:cs typeface="Arial"/>
              </a:rPr>
              <a:t>Evidence beside the score</a:t>
            </a:r>
          </a:p>
        </p:txBody>
      </p:sp>
      <p:sp>
        <p:nvSpPr>
          <p:cNvPr id="11" name="">
            <a:extLst xmlns:a="http://schemas.openxmlformats.org/drawingml/2006/main">
              <a:ext uri="{FF2B5EF4-FFF2-40B4-BE49-F238E27FC236}">
                <a16:creationId xmlns:a16="http://schemas.microsoft.com/office/drawing/2014/main" id="{7A3921F7-DF5F-47D5-86BE-2B30BA69AB00}"/>
              </a:ext>
            </a:extLst>
          </p:cNvPr>
          <p:cNvSpPr>
            <a:spLocks xmlns:a="http://schemas.openxmlformats.org/drawingml/2006/main" noGrp="1"/>
          </p:cNvSpPr>
          <p:nvPr/>
        </p:nvSpPr>
        <p:spPr>
          <a:xfrm xmlns:a="http://schemas.openxmlformats.org/drawingml/2006/main">
            <a:off x="4362450" y="3038475"/>
            <a:ext cx="31623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372"/>
                </a:solidFill>
                <a:latin typeface="Arial"/>
                <a:ea typeface="Arial"/>
                <a:cs typeface="Arial"/>
              </a:defRPr>
            </a:defPPr>
            <a:lvl1pPr algn="l">
              <a:defRPr sz="1575" b="0">
                <a:solidFill>
                  <a:srgbClr val="526372"/>
                </a:solidFill>
                <a:latin typeface="Arial"/>
                <a:ea typeface="Arial"/>
                <a:cs typeface="Arial"/>
              </a:defRPr>
            </a:lvl1pPr>
            <a:lvl2pPr algn="l">
              <a:defRPr sz="1575" b="0">
                <a:solidFill>
                  <a:srgbClr val="526372"/>
                </a:solidFill>
                <a:latin typeface="Arial"/>
                <a:ea typeface="Arial"/>
                <a:cs typeface="Arial"/>
              </a:defRPr>
            </a:lvl2pPr>
            <a:lvl3pPr algn="l">
              <a:defRPr sz="1575" b="0">
                <a:solidFill>
                  <a:srgbClr val="526372"/>
                </a:solidFill>
                <a:latin typeface="Arial"/>
                <a:ea typeface="Arial"/>
                <a:cs typeface="Arial"/>
              </a:defRPr>
            </a:lvl3pPr>
            <a:lvl4pPr algn="l">
              <a:defRPr sz="1575" b="0">
                <a:solidFill>
                  <a:srgbClr val="526372"/>
                </a:solidFill>
                <a:latin typeface="Arial"/>
                <a:ea typeface="Arial"/>
                <a:cs typeface="Arial"/>
              </a:defRPr>
            </a:lvl4pPr>
            <a:lvl5pPr algn="l">
              <a:defRPr sz="1575" b="0">
                <a:solidFill>
                  <a:srgbClr val="526372"/>
                </a:solidFill>
                <a:latin typeface="Arial"/>
                <a:ea typeface="Arial"/>
                <a:cs typeface="Arial"/>
              </a:defRPr>
            </a:lvl5pPr>
            <a:lvl6pPr algn="l">
              <a:defRPr sz="1575" b="0">
                <a:solidFill>
                  <a:srgbClr val="526372"/>
                </a:solidFill>
                <a:latin typeface="Arial"/>
                <a:ea typeface="Arial"/>
                <a:cs typeface="Arial"/>
              </a:defRPr>
            </a:lvl6pPr>
            <a:lvl7pPr algn="l">
              <a:defRPr sz="1575" b="0">
                <a:solidFill>
                  <a:srgbClr val="526372"/>
                </a:solidFill>
                <a:latin typeface="Arial"/>
                <a:ea typeface="Arial"/>
                <a:cs typeface="Arial"/>
              </a:defRPr>
            </a:lvl7pPr>
            <a:lvl8pPr algn="l">
              <a:defRPr sz="1575" b="0">
                <a:solidFill>
                  <a:srgbClr val="526372"/>
                </a:solidFill>
                <a:latin typeface="Arial"/>
                <a:ea typeface="Arial"/>
                <a:cs typeface="Arial"/>
              </a:defRPr>
            </a:lvl8pPr>
            <a:lvl9pPr algn="l">
              <a:defRPr sz="1575" b="0">
                <a:solidFill>
                  <a:srgbClr val="526372"/>
                </a:solidFill>
                <a:latin typeface="Arial"/>
                <a:ea typeface="Arial"/>
                <a:cs typeface="Arial"/>
              </a:defRPr>
            </a:lvl9pPr>
          </a:lstStyle>
          <a:p xmlns:a="http://schemas.openxmlformats.org/drawingml/2006/main">
            <a:pPr algn="l">
              <a:defRPr sz="1575" b="0">
                <a:solidFill>
                  <a:srgbClr val="526372"/>
                </a:solidFill>
                <a:latin typeface="Arial"/>
                <a:ea typeface="Arial"/>
                <a:cs typeface="Arial"/>
              </a:defRPr>
            </a:pPr>
            <a:r>
              <a:rPr sz="1575" b="0">
                <a:solidFill>
                  <a:srgbClr val="526372"/>
                </a:solidFill>
                <a:latin typeface="Arial"/>
                <a:ea typeface="Arial"/>
                <a:cs typeface="Arial"/>
              </a:rPr>
              <a:t>Creators can inspect hooks, context, payoff and source timestamps.</a:t>
            </a:r>
          </a:p>
        </p:txBody>
      </p:sp>
      <p:sp>
        <p:nvSpPr>
          <p:cNvPr id="12" name="">
            <a:extLst xmlns:a="http://schemas.openxmlformats.org/drawingml/2006/main">
              <a:ext uri="{FF2B5EF4-FFF2-40B4-BE49-F238E27FC236}">
                <a16:creationId xmlns:a16="http://schemas.microsoft.com/office/drawing/2014/main" id="{4516063A-A049-4F40-82F2-7996A5BA2524}"/>
              </a:ext>
            </a:extLst>
          </p:cNvPr>
          <p:cNvSpPr>
            <a:spLocks xmlns:a="http://schemas.openxmlformats.org/drawingml/2006/main" noGrp="1"/>
          </p:cNvSpPr>
          <p:nvPr/>
        </p:nvSpPr>
        <p:spPr>
          <a:xfrm xmlns:a="http://schemas.openxmlformats.org/drawingml/2006/main">
            <a:off x="8343900" y="1952625"/>
            <a:ext cx="316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3C7EEB"/>
                </a:solidFill>
                <a:latin typeface="Arial"/>
                <a:ea typeface="Arial"/>
                <a:cs typeface="Arial"/>
              </a:defRPr>
            </a:defPPr>
            <a:lvl1pPr algn="l">
              <a:defRPr sz="1125" b="1">
                <a:solidFill>
                  <a:srgbClr val="3C7EEB"/>
                </a:solidFill>
                <a:latin typeface="Arial"/>
                <a:ea typeface="Arial"/>
                <a:cs typeface="Arial"/>
              </a:defRPr>
            </a:lvl1pPr>
            <a:lvl2pPr algn="l">
              <a:defRPr sz="1125" b="1">
                <a:solidFill>
                  <a:srgbClr val="3C7EEB"/>
                </a:solidFill>
                <a:latin typeface="Arial"/>
                <a:ea typeface="Arial"/>
                <a:cs typeface="Arial"/>
              </a:defRPr>
            </a:lvl2pPr>
            <a:lvl3pPr algn="l">
              <a:defRPr sz="1125" b="1">
                <a:solidFill>
                  <a:srgbClr val="3C7EEB"/>
                </a:solidFill>
                <a:latin typeface="Arial"/>
                <a:ea typeface="Arial"/>
                <a:cs typeface="Arial"/>
              </a:defRPr>
            </a:lvl3pPr>
            <a:lvl4pPr algn="l">
              <a:defRPr sz="1125" b="1">
                <a:solidFill>
                  <a:srgbClr val="3C7EEB"/>
                </a:solidFill>
                <a:latin typeface="Arial"/>
                <a:ea typeface="Arial"/>
                <a:cs typeface="Arial"/>
              </a:defRPr>
            </a:lvl4pPr>
            <a:lvl5pPr algn="l">
              <a:defRPr sz="1125" b="1">
                <a:solidFill>
                  <a:srgbClr val="3C7EEB"/>
                </a:solidFill>
                <a:latin typeface="Arial"/>
                <a:ea typeface="Arial"/>
                <a:cs typeface="Arial"/>
              </a:defRPr>
            </a:lvl5pPr>
            <a:lvl6pPr algn="l">
              <a:defRPr sz="1125" b="1">
                <a:solidFill>
                  <a:srgbClr val="3C7EEB"/>
                </a:solidFill>
                <a:latin typeface="Arial"/>
                <a:ea typeface="Arial"/>
                <a:cs typeface="Arial"/>
              </a:defRPr>
            </a:lvl6pPr>
            <a:lvl7pPr algn="l">
              <a:defRPr sz="1125" b="1">
                <a:solidFill>
                  <a:srgbClr val="3C7EEB"/>
                </a:solidFill>
                <a:latin typeface="Arial"/>
                <a:ea typeface="Arial"/>
                <a:cs typeface="Arial"/>
              </a:defRPr>
            </a:lvl7pPr>
            <a:lvl8pPr algn="l">
              <a:defRPr sz="1125" b="1">
                <a:solidFill>
                  <a:srgbClr val="3C7EEB"/>
                </a:solidFill>
                <a:latin typeface="Arial"/>
                <a:ea typeface="Arial"/>
                <a:cs typeface="Arial"/>
              </a:defRPr>
            </a:lvl8pPr>
            <a:lvl9pPr algn="l">
              <a:defRPr sz="1125" b="1">
                <a:solidFill>
                  <a:srgbClr val="3C7EEB"/>
                </a:solidFill>
                <a:latin typeface="Arial"/>
                <a:ea typeface="Arial"/>
                <a:cs typeface="Arial"/>
              </a:defRPr>
            </a:lvl9pPr>
          </a:lstStyle>
          <a:p xmlns:a="http://schemas.openxmlformats.org/drawingml/2006/main">
            <a:pPr algn="l">
              <a:defRPr sz="1125" b="1">
                <a:solidFill>
                  <a:srgbClr val="3C7EEB"/>
                </a:solidFill>
                <a:latin typeface="Arial"/>
                <a:ea typeface="Arial"/>
                <a:cs typeface="Arial"/>
              </a:defRPr>
            </a:pPr>
            <a:r>
              <a:rPr sz="1125" b="1">
                <a:solidFill>
                  <a:srgbClr val="3C7EEB"/>
                </a:solidFill>
                <a:latin typeface="Arial"/>
                <a:ea typeface="Arial"/>
                <a:cs typeface="Arial"/>
              </a:rPr>
              <a:t>REVERSIBLE EDITING</a:t>
            </a:r>
          </a:p>
        </p:txBody>
      </p:sp>
      <p:sp>
        <p:nvSpPr>
          <p:cNvPr id="13" name="">
            <a:extLst xmlns:a="http://schemas.openxmlformats.org/drawingml/2006/main">
              <a:ext uri="{FF2B5EF4-FFF2-40B4-BE49-F238E27FC236}">
                <a16:creationId xmlns:a16="http://schemas.microsoft.com/office/drawing/2014/main" id="{69953637-1600-4CD2-B00B-54018F711380}"/>
              </a:ext>
            </a:extLst>
          </p:cNvPr>
          <p:cNvSpPr>
            <a:spLocks xmlns:a="http://schemas.openxmlformats.org/drawingml/2006/main" noGrp="1"/>
          </p:cNvSpPr>
          <p:nvPr/>
        </p:nvSpPr>
        <p:spPr>
          <a:xfrm xmlns:a="http://schemas.openxmlformats.org/drawingml/2006/main">
            <a:off x="8343900" y="2314575"/>
            <a:ext cx="3162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82231"/>
                </a:solidFill>
                <a:latin typeface="Arial"/>
                <a:ea typeface="Arial"/>
                <a:cs typeface="Arial"/>
              </a:defRPr>
            </a:defPPr>
            <a:lvl1pPr algn="l">
              <a:defRPr sz="2175" b="1">
                <a:solidFill>
                  <a:srgbClr val="182231"/>
                </a:solidFill>
                <a:latin typeface="Arial"/>
                <a:ea typeface="Arial"/>
                <a:cs typeface="Arial"/>
              </a:defRPr>
            </a:lvl1pPr>
            <a:lvl2pPr algn="l">
              <a:defRPr sz="2175" b="1">
                <a:solidFill>
                  <a:srgbClr val="182231"/>
                </a:solidFill>
                <a:latin typeface="Arial"/>
                <a:ea typeface="Arial"/>
                <a:cs typeface="Arial"/>
              </a:defRPr>
            </a:lvl2pPr>
            <a:lvl3pPr algn="l">
              <a:defRPr sz="2175" b="1">
                <a:solidFill>
                  <a:srgbClr val="182231"/>
                </a:solidFill>
                <a:latin typeface="Arial"/>
                <a:ea typeface="Arial"/>
                <a:cs typeface="Arial"/>
              </a:defRPr>
            </a:lvl3pPr>
            <a:lvl4pPr algn="l">
              <a:defRPr sz="2175" b="1">
                <a:solidFill>
                  <a:srgbClr val="182231"/>
                </a:solidFill>
                <a:latin typeface="Arial"/>
                <a:ea typeface="Arial"/>
                <a:cs typeface="Arial"/>
              </a:defRPr>
            </a:lvl4pPr>
            <a:lvl5pPr algn="l">
              <a:defRPr sz="2175" b="1">
                <a:solidFill>
                  <a:srgbClr val="182231"/>
                </a:solidFill>
                <a:latin typeface="Arial"/>
                <a:ea typeface="Arial"/>
                <a:cs typeface="Arial"/>
              </a:defRPr>
            </a:lvl5pPr>
            <a:lvl6pPr algn="l">
              <a:defRPr sz="2175" b="1">
                <a:solidFill>
                  <a:srgbClr val="182231"/>
                </a:solidFill>
                <a:latin typeface="Arial"/>
                <a:ea typeface="Arial"/>
                <a:cs typeface="Arial"/>
              </a:defRPr>
            </a:lvl6pPr>
            <a:lvl7pPr algn="l">
              <a:defRPr sz="2175" b="1">
                <a:solidFill>
                  <a:srgbClr val="182231"/>
                </a:solidFill>
                <a:latin typeface="Arial"/>
                <a:ea typeface="Arial"/>
                <a:cs typeface="Arial"/>
              </a:defRPr>
            </a:lvl7pPr>
            <a:lvl8pPr algn="l">
              <a:defRPr sz="2175" b="1">
                <a:solidFill>
                  <a:srgbClr val="182231"/>
                </a:solidFill>
                <a:latin typeface="Arial"/>
                <a:ea typeface="Arial"/>
                <a:cs typeface="Arial"/>
              </a:defRPr>
            </a:lvl8pPr>
            <a:lvl9pPr algn="l">
              <a:defRPr sz="2175" b="1">
                <a:solidFill>
                  <a:srgbClr val="182231"/>
                </a:solidFill>
                <a:latin typeface="Arial"/>
                <a:ea typeface="Arial"/>
                <a:cs typeface="Arial"/>
              </a:defRPr>
            </a:lvl9pPr>
          </a:lstStyle>
          <a:p xmlns:a="http://schemas.openxmlformats.org/drawingml/2006/main">
            <a:pPr algn="l">
              <a:defRPr sz="2175" b="1">
                <a:solidFill>
                  <a:srgbClr val="182231"/>
                </a:solidFill>
                <a:latin typeface="Arial"/>
                <a:ea typeface="Arial"/>
                <a:cs typeface="Arial"/>
              </a:defRPr>
            </a:pPr>
            <a:r>
              <a:rPr sz="2175" b="1">
                <a:solidFill>
                  <a:srgbClr val="182231"/>
                </a:solidFill>
                <a:latin typeface="Arial"/>
                <a:ea typeface="Arial"/>
                <a:cs typeface="Arial"/>
              </a:rPr>
              <a:t>Saved work stays available</a:t>
            </a:r>
          </a:p>
        </p:txBody>
      </p:sp>
      <p:sp>
        <p:nvSpPr>
          <p:cNvPr id="14" name="">
            <a:extLst xmlns:a="http://schemas.openxmlformats.org/drawingml/2006/main">
              <a:ext uri="{FF2B5EF4-FFF2-40B4-BE49-F238E27FC236}">
                <a16:creationId xmlns:a16="http://schemas.microsoft.com/office/drawing/2014/main" id="{58806B42-5413-4804-9423-F448EF81D8D9}"/>
              </a:ext>
            </a:extLst>
          </p:cNvPr>
          <p:cNvSpPr>
            <a:spLocks xmlns:a="http://schemas.openxmlformats.org/drawingml/2006/main" noGrp="1"/>
          </p:cNvSpPr>
          <p:nvPr/>
        </p:nvSpPr>
        <p:spPr>
          <a:xfrm xmlns:a="http://schemas.openxmlformats.org/drawingml/2006/main">
            <a:off x="8343900" y="3038475"/>
            <a:ext cx="31623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372"/>
                </a:solidFill>
                <a:latin typeface="Arial"/>
                <a:ea typeface="Arial"/>
                <a:cs typeface="Arial"/>
              </a:defRPr>
            </a:defPPr>
            <a:lvl1pPr algn="l">
              <a:defRPr sz="1575" b="0">
                <a:solidFill>
                  <a:srgbClr val="526372"/>
                </a:solidFill>
                <a:latin typeface="Arial"/>
                <a:ea typeface="Arial"/>
                <a:cs typeface="Arial"/>
              </a:defRPr>
            </a:lvl1pPr>
            <a:lvl2pPr algn="l">
              <a:defRPr sz="1575" b="0">
                <a:solidFill>
                  <a:srgbClr val="526372"/>
                </a:solidFill>
                <a:latin typeface="Arial"/>
                <a:ea typeface="Arial"/>
                <a:cs typeface="Arial"/>
              </a:defRPr>
            </a:lvl2pPr>
            <a:lvl3pPr algn="l">
              <a:defRPr sz="1575" b="0">
                <a:solidFill>
                  <a:srgbClr val="526372"/>
                </a:solidFill>
                <a:latin typeface="Arial"/>
                <a:ea typeface="Arial"/>
                <a:cs typeface="Arial"/>
              </a:defRPr>
            </a:lvl3pPr>
            <a:lvl4pPr algn="l">
              <a:defRPr sz="1575" b="0">
                <a:solidFill>
                  <a:srgbClr val="526372"/>
                </a:solidFill>
                <a:latin typeface="Arial"/>
                <a:ea typeface="Arial"/>
                <a:cs typeface="Arial"/>
              </a:defRPr>
            </a:lvl4pPr>
            <a:lvl5pPr algn="l">
              <a:defRPr sz="1575" b="0">
                <a:solidFill>
                  <a:srgbClr val="526372"/>
                </a:solidFill>
                <a:latin typeface="Arial"/>
                <a:ea typeface="Arial"/>
                <a:cs typeface="Arial"/>
              </a:defRPr>
            </a:lvl5pPr>
            <a:lvl6pPr algn="l">
              <a:defRPr sz="1575" b="0">
                <a:solidFill>
                  <a:srgbClr val="526372"/>
                </a:solidFill>
                <a:latin typeface="Arial"/>
                <a:ea typeface="Arial"/>
                <a:cs typeface="Arial"/>
              </a:defRPr>
            </a:lvl6pPr>
            <a:lvl7pPr algn="l">
              <a:defRPr sz="1575" b="0">
                <a:solidFill>
                  <a:srgbClr val="526372"/>
                </a:solidFill>
                <a:latin typeface="Arial"/>
                <a:ea typeface="Arial"/>
                <a:cs typeface="Arial"/>
              </a:defRPr>
            </a:lvl7pPr>
            <a:lvl8pPr algn="l">
              <a:defRPr sz="1575" b="0">
                <a:solidFill>
                  <a:srgbClr val="526372"/>
                </a:solidFill>
                <a:latin typeface="Arial"/>
                <a:ea typeface="Arial"/>
                <a:cs typeface="Arial"/>
              </a:defRPr>
            </a:lvl8pPr>
            <a:lvl9pPr algn="l">
              <a:defRPr sz="1575" b="0">
                <a:solidFill>
                  <a:srgbClr val="526372"/>
                </a:solidFill>
                <a:latin typeface="Arial"/>
                <a:ea typeface="Arial"/>
                <a:cs typeface="Arial"/>
              </a:defRPr>
            </a:lvl9pPr>
          </a:lstStyle>
          <a:p xmlns:a="http://schemas.openxmlformats.org/drawingml/2006/main">
            <a:pPr algn="l">
              <a:defRPr sz="1575" b="0">
                <a:solidFill>
                  <a:srgbClr val="526372"/>
                </a:solidFill>
                <a:latin typeface="Arial"/>
                <a:ea typeface="Arial"/>
                <a:cs typeface="Arial"/>
              </a:defRPr>
            </a:pPr>
            <a:r>
              <a:rPr sz="1575" b="0">
                <a:solidFill>
                  <a:srgbClr val="526372"/>
                </a:solidFill>
                <a:latin typeface="Arial"/>
                <a:ea typeface="Arial"/>
                <a:cs typeface="Arial"/>
              </a:rPr>
              <a:t>Versioned edits and previous selections survive reanalysis.</a:t>
            </a:r>
          </a:p>
        </p:txBody>
      </p:sp>
      <p:sp>
        <p:nvSpPr>
          <p:cNvPr id="15" name="">
            <a:extLst xmlns:a="http://schemas.openxmlformats.org/drawingml/2006/main">
              <a:ext uri="{FF2B5EF4-FFF2-40B4-BE49-F238E27FC236}">
                <a16:creationId xmlns:a16="http://schemas.microsoft.com/office/drawing/2014/main" id="{B5C526AD-56D5-4DA4-9576-ADEB6C6F5C40}"/>
              </a:ext>
            </a:extLst>
          </p:cNvPr>
          <p:cNvSpPr>
            <a:spLocks xmlns:a="http://schemas.openxmlformats.org/drawingml/2006/main" noGrp="1"/>
          </p:cNvSpPr>
          <p:nvPr/>
        </p:nvSpPr>
        <p:spPr>
          <a:xfrm xmlns:a="http://schemas.openxmlformats.org/drawingml/2006/main">
            <a:off x="685800" y="5067300"/>
            <a:ext cx="10820400" cy="9525"/>
          </a:xfrm>
          <a:prstGeom xmlns:a="http://schemas.openxmlformats.org/drawingml/2006/main" prst="rect">
            <a:avLst/>
          </a:prstGeom>
          <a:solidFill xmlns:a="http://schemas.openxmlformats.org/drawingml/2006/main">
            <a:srgbClr val="D9DFD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6F5517C-C1CC-417F-8D34-BCF7F77E91AD}"/>
              </a:ext>
            </a:extLst>
          </p:cNvPr>
          <p:cNvSpPr>
            <a:spLocks xmlns:a="http://schemas.openxmlformats.org/drawingml/2006/main" noGrp="1"/>
          </p:cNvSpPr>
          <p:nvPr/>
        </p:nvSpPr>
        <p:spPr>
          <a:xfrm xmlns:a="http://schemas.openxmlformats.org/drawingml/2006/main">
            <a:off x="685800" y="5438775"/>
            <a:ext cx="1057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3C7EEB"/>
                </a:solidFill>
                <a:latin typeface="Arial"/>
                <a:ea typeface="Arial"/>
                <a:cs typeface="Arial"/>
              </a:defRPr>
            </a:defPPr>
            <a:lvl1pPr algn="l">
              <a:defRPr sz="2100" b="1">
                <a:solidFill>
                  <a:srgbClr val="3C7EEB"/>
                </a:solidFill>
                <a:latin typeface="Arial"/>
                <a:ea typeface="Arial"/>
                <a:cs typeface="Arial"/>
              </a:defRPr>
            </a:lvl1pPr>
            <a:lvl2pPr algn="l">
              <a:defRPr sz="2100" b="1">
                <a:solidFill>
                  <a:srgbClr val="3C7EEB"/>
                </a:solidFill>
                <a:latin typeface="Arial"/>
                <a:ea typeface="Arial"/>
                <a:cs typeface="Arial"/>
              </a:defRPr>
            </a:lvl2pPr>
            <a:lvl3pPr algn="l">
              <a:defRPr sz="2100" b="1">
                <a:solidFill>
                  <a:srgbClr val="3C7EEB"/>
                </a:solidFill>
                <a:latin typeface="Arial"/>
                <a:ea typeface="Arial"/>
                <a:cs typeface="Arial"/>
              </a:defRPr>
            </a:lvl3pPr>
            <a:lvl4pPr algn="l">
              <a:defRPr sz="2100" b="1">
                <a:solidFill>
                  <a:srgbClr val="3C7EEB"/>
                </a:solidFill>
                <a:latin typeface="Arial"/>
                <a:ea typeface="Arial"/>
                <a:cs typeface="Arial"/>
              </a:defRPr>
            </a:lvl4pPr>
            <a:lvl5pPr algn="l">
              <a:defRPr sz="2100" b="1">
                <a:solidFill>
                  <a:srgbClr val="3C7EEB"/>
                </a:solidFill>
                <a:latin typeface="Arial"/>
                <a:ea typeface="Arial"/>
                <a:cs typeface="Arial"/>
              </a:defRPr>
            </a:lvl5pPr>
            <a:lvl6pPr algn="l">
              <a:defRPr sz="2100" b="1">
                <a:solidFill>
                  <a:srgbClr val="3C7EEB"/>
                </a:solidFill>
                <a:latin typeface="Arial"/>
                <a:ea typeface="Arial"/>
                <a:cs typeface="Arial"/>
              </a:defRPr>
            </a:lvl6pPr>
            <a:lvl7pPr algn="l">
              <a:defRPr sz="2100" b="1">
                <a:solidFill>
                  <a:srgbClr val="3C7EEB"/>
                </a:solidFill>
                <a:latin typeface="Arial"/>
                <a:ea typeface="Arial"/>
                <a:cs typeface="Arial"/>
              </a:defRPr>
            </a:lvl7pPr>
            <a:lvl8pPr algn="l">
              <a:defRPr sz="2100" b="1">
                <a:solidFill>
                  <a:srgbClr val="3C7EEB"/>
                </a:solidFill>
                <a:latin typeface="Arial"/>
                <a:ea typeface="Arial"/>
                <a:cs typeface="Arial"/>
              </a:defRPr>
            </a:lvl8pPr>
            <a:lvl9pPr algn="l">
              <a:defRPr sz="2100" b="1">
                <a:solidFill>
                  <a:srgbClr val="3C7EEB"/>
                </a:solidFill>
                <a:latin typeface="Arial"/>
                <a:ea typeface="Arial"/>
                <a:cs typeface="Arial"/>
              </a:defRPr>
            </a:lvl9pPr>
          </a:lstStyle>
          <a:p xmlns:a="http://schemas.openxmlformats.org/drawingml/2006/main">
            <a:pPr algn="l">
              <a:defRPr sz="2100" b="1">
                <a:solidFill>
                  <a:srgbClr val="3C7EEB"/>
                </a:solidFill>
                <a:latin typeface="Arial"/>
                <a:ea typeface="Arial"/>
                <a:cs typeface="Arial"/>
              </a:defRPr>
            </a:pPr>
            <a:r>
              <a:rPr sz="2100" b="1">
                <a:solidFill>
                  <a:srgbClr val="3C7EEB"/>
                </a:solidFill>
                <a:latin typeface="Arial"/>
                <a:ea typeface="Arial"/>
                <a:cs typeface="Arial"/>
              </a:rPr>
              <a:t>Direction to validate: a review-first workflow for creators who value source control.</a:t>
            </a:r>
          </a:p>
        </p:txBody>
      </p:sp>
    </p:spTree>
    <p:extLst>
      <p:ext uri="{BB962C8B-B14F-4D97-AF65-F5344CB8AC3E}">
        <p14:creationId xmlns:p14="http://schemas.microsoft.com/office/powerpoint/2010/main" val="1137393274"/>
      </p:ext>
    </p:extLst>
  </p:cSld>
</p:sld>
</file>

<file path=ppt/slides/slide8.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2C6BF39-1332-4A8B-A135-23CB9437AB17}"/>
              </a:ext>
            </a:extLst>
          </p:cNvPr>
          <p:cNvSpPr>
            <a:spLocks xmlns:a="http://schemas.openxmlformats.org/drawingml/2006/main" noGrp="1"/>
          </p:cNvSpPr>
          <p:nvPr/>
        </p:nvSpPr>
        <p:spPr>
          <a:xfrm xmlns:a="http://schemas.openxmlformats.org/drawingml/2006/main">
            <a:off x="685800" y="59055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231"/>
                </a:solidFill>
                <a:latin typeface="Arial"/>
                <a:ea typeface="Arial"/>
                <a:cs typeface="Arial"/>
              </a:defRPr>
            </a:defPPr>
            <a:lvl1pPr algn="l">
              <a:defRPr sz="3300" b="1">
                <a:solidFill>
                  <a:srgbClr val="182231"/>
                </a:solidFill>
                <a:latin typeface="Arial"/>
                <a:ea typeface="Arial"/>
                <a:cs typeface="Arial"/>
              </a:defRPr>
            </a:lvl1pPr>
            <a:lvl2pPr algn="l">
              <a:defRPr sz="3300" b="1">
                <a:solidFill>
                  <a:srgbClr val="182231"/>
                </a:solidFill>
                <a:latin typeface="Arial"/>
                <a:ea typeface="Arial"/>
                <a:cs typeface="Arial"/>
              </a:defRPr>
            </a:lvl2pPr>
            <a:lvl3pPr algn="l">
              <a:defRPr sz="3300" b="1">
                <a:solidFill>
                  <a:srgbClr val="182231"/>
                </a:solidFill>
                <a:latin typeface="Arial"/>
                <a:ea typeface="Arial"/>
                <a:cs typeface="Arial"/>
              </a:defRPr>
            </a:lvl3pPr>
            <a:lvl4pPr algn="l">
              <a:defRPr sz="3300" b="1">
                <a:solidFill>
                  <a:srgbClr val="182231"/>
                </a:solidFill>
                <a:latin typeface="Arial"/>
                <a:ea typeface="Arial"/>
                <a:cs typeface="Arial"/>
              </a:defRPr>
            </a:lvl4pPr>
            <a:lvl5pPr algn="l">
              <a:defRPr sz="3300" b="1">
                <a:solidFill>
                  <a:srgbClr val="182231"/>
                </a:solidFill>
                <a:latin typeface="Arial"/>
                <a:ea typeface="Arial"/>
                <a:cs typeface="Arial"/>
              </a:defRPr>
            </a:lvl5pPr>
            <a:lvl6pPr algn="l">
              <a:defRPr sz="3300" b="1">
                <a:solidFill>
                  <a:srgbClr val="182231"/>
                </a:solidFill>
                <a:latin typeface="Arial"/>
                <a:ea typeface="Arial"/>
                <a:cs typeface="Arial"/>
              </a:defRPr>
            </a:lvl6pPr>
            <a:lvl7pPr algn="l">
              <a:defRPr sz="3300" b="1">
                <a:solidFill>
                  <a:srgbClr val="182231"/>
                </a:solidFill>
                <a:latin typeface="Arial"/>
                <a:ea typeface="Arial"/>
                <a:cs typeface="Arial"/>
              </a:defRPr>
            </a:lvl7pPr>
            <a:lvl8pPr algn="l">
              <a:defRPr sz="3300" b="1">
                <a:solidFill>
                  <a:srgbClr val="182231"/>
                </a:solidFill>
                <a:latin typeface="Arial"/>
                <a:ea typeface="Arial"/>
                <a:cs typeface="Arial"/>
              </a:defRPr>
            </a:lvl8pPr>
            <a:lvl9pPr algn="l">
              <a:defRPr sz="3300" b="1">
                <a:solidFill>
                  <a:srgbClr val="182231"/>
                </a:solidFill>
                <a:latin typeface="Arial"/>
                <a:ea typeface="Arial"/>
                <a:cs typeface="Arial"/>
              </a:defRPr>
            </a:lvl9pPr>
          </a:lstStyle>
          <a:p xmlns:a="http://schemas.openxmlformats.org/drawingml/2006/main">
            <a:pPr algn="l">
              <a:defRPr sz="3300" b="1">
                <a:solidFill>
                  <a:srgbClr val="182231"/>
                </a:solidFill>
                <a:latin typeface="Arial"/>
                <a:ea typeface="Arial"/>
                <a:cs typeface="Arial"/>
              </a:defRPr>
            </a:pPr>
            <a:r>
              <a:rPr sz="3300" b="1">
                <a:solidFill>
                  <a:srgbClr val="182231"/>
                </a:solidFill>
                <a:latin typeface="Arial"/>
                <a:ea typeface="Arial"/>
                <a:cs typeface="Arial"/>
              </a:rPr>
              <a:t>Different approaches to the same editing job</a:t>
            </a:r>
          </a:p>
        </p:txBody>
      </p:sp>
      <p:sp>
        <p:nvSpPr>
          <p:cNvPr id="3" name="">
            <a:extLst xmlns:a="http://schemas.openxmlformats.org/drawingml/2006/main">
              <a:ext uri="{FF2B5EF4-FFF2-40B4-BE49-F238E27FC236}">
                <a16:creationId xmlns:a16="http://schemas.microsoft.com/office/drawing/2014/main" id="{D54B8E7B-5FB0-4548-A913-4D3BA1D6EFC5}"/>
              </a:ext>
            </a:extLst>
          </p:cNvPr>
          <p:cNvSpPr>
            <a:spLocks xmlns:a="http://schemas.openxmlformats.org/drawingml/2006/main" noGrp="1"/>
          </p:cNvSpPr>
          <p:nvPr/>
        </p:nvSpPr>
        <p:spPr>
          <a:xfrm xmlns:a="http://schemas.openxmlformats.org/drawingml/2006/main">
            <a:off x="685800" y="6324600"/>
            <a:ext cx="10820400" cy="9525"/>
          </a:xfrm>
          <a:prstGeom xmlns:a="http://schemas.openxmlformats.org/drawingml/2006/main" prst="rect">
            <a:avLst/>
          </a:prstGeom>
          <a:solidFill xmlns:a="http://schemas.openxmlformats.org/drawingml/2006/main">
            <a:srgbClr val="D9DFD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3CB2041-65FE-40E4-883A-2DAE3BD79B0A}"/>
              </a:ext>
            </a:extLst>
          </p:cNvPr>
          <p:cNvSpPr>
            <a:spLocks xmlns:a="http://schemas.openxmlformats.org/drawingml/2006/main" noGrp="1"/>
          </p:cNvSpPr>
          <p:nvPr/>
        </p:nvSpPr>
        <p:spPr>
          <a:xfrm xmlns:a="http://schemas.openxmlformats.org/drawingml/2006/main">
            <a:off x="685800" y="647700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87783"/>
                </a:solidFill>
                <a:latin typeface="Arial"/>
                <a:ea typeface="Arial"/>
                <a:cs typeface="Arial"/>
              </a:defRPr>
            </a:defPPr>
            <a:lvl1pPr algn="l">
              <a:defRPr sz="1050" b="1">
                <a:solidFill>
                  <a:srgbClr val="687783"/>
                </a:solidFill>
                <a:latin typeface="Arial"/>
                <a:ea typeface="Arial"/>
                <a:cs typeface="Arial"/>
              </a:defRPr>
            </a:lvl1pPr>
            <a:lvl2pPr algn="l">
              <a:defRPr sz="1050" b="1">
                <a:solidFill>
                  <a:srgbClr val="687783"/>
                </a:solidFill>
                <a:latin typeface="Arial"/>
                <a:ea typeface="Arial"/>
                <a:cs typeface="Arial"/>
              </a:defRPr>
            </a:lvl2pPr>
            <a:lvl3pPr algn="l">
              <a:defRPr sz="1050" b="1">
                <a:solidFill>
                  <a:srgbClr val="687783"/>
                </a:solidFill>
                <a:latin typeface="Arial"/>
                <a:ea typeface="Arial"/>
                <a:cs typeface="Arial"/>
              </a:defRPr>
            </a:lvl3pPr>
            <a:lvl4pPr algn="l">
              <a:defRPr sz="1050" b="1">
                <a:solidFill>
                  <a:srgbClr val="687783"/>
                </a:solidFill>
                <a:latin typeface="Arial"/>
                <a:ea typeface="Arial"/>
                <a:cs typeface="Arial"/>
              </a:defRPr>
            </a:lvl4pPr>
            <a:lvl5pPr algn="l">
              <a:defRPr sz="1050" b="1">
                <a:solidFill>
                  <a:srgbClr val="687783"/>
                </a:solidFill>
                <a:latin typeface="Arial"/>
                <a:ea typeface="Arial"/>
                <a:cs typeface="Arial"/>
              </a:defRPr>
            </a:lvl5pPr>
            <a:lvl6pPr algn="l">
              <a:defRPr sz="1050" b="1">
                <a:solidFill>
                  <a:srgbClr val="687783"/>
                </a:solidFill>
                <a:latin typeface="Arial"/>
                <a:ea typeface="Arial"/>
                <a:cs typeface="Arial"/>
              </a:defRPr>
            </a:lvl6pPr>
            <a:lvl7pPr algn="l">
              <a:defRPr sz="1050" b="1">
                <a:solidFill>
                  <a:srgbClr val="687783"/>
                </a:solidFill>
                <a:latin typeface="Arial"/>
                <a:ea typeface="Arial"/>
                <a:cs typeface="Arial"/>
              </a:defRPr>
            </a:lvl7pPr>
            <a:lvl8pPr algn="l">
              <a:defRPr sz="1050" b="1">
                <a:solidFill>
                  <a:srgbClr val="687783"/>
                </a:solidFill>
                <a:latin typeface="Arial"/>
                <a:ea typeface="Arial"/>
                <a:cs typeface="Arial"/>
              </a:defRPr>
            </a:lvl8pPr>
            <a:lvl9pPr algn="l">
              <a:defRPr sz="1050" b="1">
                <a:solidFill>
                  <a:srgbClr val="687783"/>
                </a:solidFill>
                <a:latin typeface="Arial"/>
                <a:ea typeface="Arial"/>
                <a:cs typeface="Arial"/>
              </a:defRPr>
            </a:lvl9pPr>
          </a:lstStyle>
          <a:p xmlns:a="http://schemas.openxmlformats.org/drawingml/2006/main">
            <a:pPr algn="l">
              <a:defRPr sz="1050" b="1">
                <a:solidFill>
                  <a:srgbClr val="687783"/>
                </a:solidFill>
                <a:latin typeface="Arial"/>
                <a:ea typeface="Arial"/>
                <a:cs typeface="Arial"/>
              </a:defRPr>
            </a:pPr>
            <a:r>
              <a:rPr sz="1050" b="1">
                <a:solidFill>
                  <a:srgbClr val="687783"/>
                </a:solidFill>
                <a:latin typeface="Arial"/>
                <a:ea typeface="Arial"/>
                <a:cs typeface="Arial"/>
              </a:rPr>
              <a:t>FRAMECRAFT</a:t>
            </a:r>
          </a:p>
        </p:txBody>
      </p:sp>
      <p:sp>
        <p:nvSpPr>
          <p:cNvPr id="5" name="">
            <a:extLst xmlns:a="http://schemas.openxmlformats.org/drawingml/2006/main">
              <a:ext uri="{FF2B5EF4-FFF2-40B4-BE49-F238E27FC236}">
                <a16:creationId xmlns:a16="http://schemas.microsoft.com/office/drawing/2014/main" id="{C052B7E2-B464-4436-AB06-AC0F2920E73D}"/>
              </a:ext>
            </a:extLst>
          </p:cNvPr>
          <p:cNvSpPr>
            <a:spLocks xmlns:a="http://schemas.openxmlformats.org/drawingml/2006/main" noGrp="1"/>
          </p:cNvSpPr>
          <p:nvPr/>
        </p:nvSpPr>
        <p:spPr>
          <a:xfrm xmlns:a="http://schemas.openxmlformats.org/drawingml/2006/main">
            <a:off x="10953750" y="64770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87783"/>
                </a:solidFill>
                <a:latin typeface="Arial"/>
                <a:ea typeface="Arial"/>
                <a:cs typeface="Arial"/>
              </a:defRPr>
            </a:defPPr>
            <a:lvl1pPr algn="r">
              <a:defRPr sz="1050" b="0">
                <a:solidFill>
                  <a:srgbClr val="687783"/>
                </a:solidFill>
                <a:latin typeface="Arial"/>
                <a:ea typeface="Arial"/>
                <a:cs typeface="Arial"/>
              </a:defRPr>
            </a:lvl1pPr>
            <a:lvl2pPr algn="r">
              <a:defRPr sz="1050" b="0">
                <a:solidFill>
                  <a:srgbClr val="687783"/>
                </a:solidFill>
                <a:latin typeface="Arial"/>
                <a:ea typeface="Arial"/>
                <a:cs typeface="Arial"/>
              </a:defRPr>
            </a:lvl2pPr>
            <a:lvl3pPr algn="r">
              <a:defRPr sz="1050" b="0">
                <a:solidFill>
                  <a:srgbClr val="687783"/>
                </a:solidFill>
                <a:latin typeface="Arial"/>
                <a:ea typeface="Arial"/>
                <a:cs typeface="Arial"/>
              </a:defRPr>
            </a:lvl3pPr>
            <a:lvl4pPr algn="r">
              <a:defRPr sz="1050" b="0">
                <a:solidFill>
                  <a:srgbClr val="687783"/>
                </a:solidFill>
                <a:latin typeface="Arial"/>
                <a:ea typeface="Arial"/>
                <a:cs typeface="Arial"/>
              </a:defRPr>
            </a:lvl4pPr>
            <a:lvl5pPr algn="r">
              <a:defRPr sz="1050" b="0">
                <a:solidFill>
                  <a:srgbClr val="687783"/>
                </a:solidFill>
                <a:latin typeface="Arial"/>
                <a:ea typeface="Arial"/>
                <a:cs typeface="Arial"/>
              </a:defRPr>
            </a:lvl5pPr>
            <a:lvl6pPr algn="r">
              <a:defRPr sz="1050" b="0">
                <a:solidFill>
                  <a:srgbClr val="687783"/>
                </a:solidFill>
                <a:latin typeface="Arial"/>
                <a:ea typeface="Arial"/>
                <a:cs typeface="Arial"/>
              </a:defRPr>
            </a:lvl6pPr>
            <a:lvl7pPr algn="r">
              <a:defRPr sz="1050" b="0">
                <a:solidFill>
                  <a:srgbClr val="687783"/>
                </a:solidFill>
                <a:latin typeface="Arial"/>
                <a:ea typeface="Arial"/>
                <a:cs typeface="Arial"/>
              </a:defRPr>
            </a:lvl7pPr>
            <a:lvl8pPr algn="r">
              <a:defRPr sz="1050" b="0">
                <a:solidFill>
                  <a:srgbClr val="687783"/>
                </a:solidFill>
                <a:latin typeface="Arial"/>
                <a:ea typeface="Arial"/>
                <a:cs typeface="Arial"/>
              </a:defRPr>
            </a:lvl8pPr>
            <a:lvl9pPr algn="r">
              <a:defRPr sz="1050" b="0">
                <a:solidFill>
                  <a:srgbClr val="687783"/>
                </a:solidFill>
                <a:latin typeface="Arial"/>
                <a:ea typeface="Arial"/>
                <a:cs typeface="Arial"/>
              </a:defRPr>
            </a:lvl9pPr>
          </a:lstStyle>
          <a:p xmlns:a="http://schemas.openxmlformats.org/drawingml/2006/main">
            <a:pPr algn="r">
              <a:defRPr sz="1050" b="0">
                <a:solidFill>
                  <a:srgbClr val="687783"/>
                </a:solidFill>
                <a:latin typeface="Arial"/>
                <a:ea typeface="Arial"/>
                <a:cs typeface="Arial"/>
              </a:defRPr>
            </a:pPr>
            <a:r>
              <a:rPr sz="1050" b="0">
                <a:solidFill>
                  <a:srgbClr val="687783"/>
                </a:solidFill>
                <a:latin typeface="Arial"/>
                <a:ea typeface="Arial"/>
                <a:cs typeface="Arial"/>
              </a:rPr>
              <a:t>08</a:t>
            </a:r>
          </a:p>
        </p:txBody>
      </p:sp>
      <p:graphicFrame>
        <p:nvGraphicFramePr>
          <p:cNvPr id="6" name="">
            <a:extLst xmlns:a="http://schemas.openxmlformats.org/drawingml/2006/main">
              <a:ext uri="{FF2B5EF4-FFF2-40B4-BE49-F238E27FC236}">
                <a16:creationId xmlns:a16="http://schemas.microsoft.com/office/drawing/2014/main" id="{89CE6155-8237-446C-AC77-BDE1033EC7D4}"/>
              </a:ext>
            </a:extLst>
          </p:cNvPr>
          <p:cNvGraphicFramePr/>
          <p:nvPr/>
        </p:nvGraphicFramePr>
        <p:xfrm>
          <a:off xmlns:a="http://schemas.openxmlformats.org/drawingml/2006/main" x="685800" y="1981200"/>
          <a:ext xmlns:a="http://schemas.openxmlformats.org/drawingml/2006/main" cx="10820400" cy="3143250"/>
        </p:xfrm>
        <a:graphic xmlns:a="http://schemas.openxmlformats.org/drawingml/2006/main">
          <a:graphicData uri="http://schemas.openxmlformats.org/drawingml/2006/table">
            <a:tbl>
              <a:tblPr/>
              <a:tblGrid>
                <a:gridCol w="1952625"/>
                <a:gridCol w="4429125"/>
                <a:gridCol w="4438650"/>
              </a:tblGrid>
              <a:tr h="628650">
                <a:tc>
                  <a:txBody>
                    <a:bodyPr wrap="square" lIns="123825" tIns="123825" rIns="123825" bIns="123825"/>
                    <a:lstStyle/>
                    <a:p>
                      <a:r>
                        <a:rPr sz="1350" b="1">
                          <a:solidFill>
                            <a:srgbClr val="F6F3EB"/>
                          </a:solidFill>
                          <a:latin typeface="Arial"/>
                          <a:ea typeface="Arial"/>
                          <a:cs typeface="Arial"/>
                        </a:rPr>
                        <a:t>Product</a:t>
                      </a:r>
                    </a:p>
                  </a:txBody>
                  <a:tcPr marL="91440" marR="91440" marT="45720" marB="45720" anchor="ctr">
                    <a:lnL w="6668">
                      <a:solidFill>
                        <a:srgbClr val="D9DFDF"/>
                      </a:solidFill>
                      <a:prstDash val="solid"/>
                    </a:lnL>
                    <a:lnR w="6668">
                      <a:solidFill>
                        <a:srgbClr val="D9DFDF"/>
                      </a:solidFill>
                      <a:prstDash val="solid"/>
                    </a:lnR>
                    <a:lnT w="6668">
                      <a:solidFill>
                        <a:srgbClr val="D9DFDF"/>
                      </a:solidFill>
                      <a:prstDash val="solid"/>
                    </a:lnT>
                    <a:lnB w="6668">
                      <a:solidFill>
                        <a:srgbClr val="D9DFDF"/>
                      </a:solidFill>
                      <a:prstDash val="solid"/>
                    </a:lnB>
                    <a:solidFill>
                      <a:srgbClr val="111A25"/>
                    </a:solidFill>
                  </a:tcPr>
                </a:tc>
                <a:tc>
                  <a:txBody>
                    <a:bodyPr wrap="square" lIns="123825" tIns="123825" rIns="123825" bIns="123825"/>
                    <a:lstStyle/>
                    <a:p>
                      <a:r>
                        <a:rPr sz="1350" b="1">
                          <a:solidFill>
                            <a:srgbClr val="F6F3EB"/>
                          </a:solidFill>
                          <a:latin typeface="Arial"/>
                          <a:ea typeface="Arial"/>
                          <a:cs typeface="Arial"/>
                        </a:rPr>
                        <a:t>Documented focus</a:t>
                      </a:r>
                    </a:p>
                  </a:txBody>
                  <a:tcPr marL="91440" marR="91440" marT="45720" marB="45720" anchor="ctr">
                    <a:lnR w="6668">
                      <a:solidFill>
                        <a:srgbClr val="D9DFDF"/>
                      </a:solidFill>
                      <a:prstDash val="solid"/>
                    </a:lnR>
                    <a:lnT w="6668">
                      <a:solidFill>
                        <a:srgbClr val="D9DFDF"/>
                      </a:solidFill>
                      <a:prstDash val="solid"/>
                    </a:lnT>
                    <a:lnB w="6668">
                      <a:solidFill>
                        <a:srgbClr val="D9DFDF"/>
                      </a:solidFill>
                      <a:prstDash val="solid"/>
                    </a:lnB>
                    <a:solidFill>
                      <a:srgbClr val="111A25"/>
                    </a:solidFill>
                  </a:tcPr>
                </a:tc>
                <a:tc>
                  <a:txBody>
                    <a:bodyPr wrap="square" lIns="123825" tIns="123825" rIns="123825" bIns="123825"/>
                    <a:lstStyle/>
                    <a:p>
                      <a:r>
                        <a:rPr sz="1350" b="1">
                          <a:solidFill>
                            <a:srgbClr val="F6F3EB"/>
                          </a:solidFill>
                          <a:latin typeface="Arial"/>
                          <a:ea typeface="Arial"/>
                          <a:cs typeface="Arial"/>
                        </a:rPr>
                        <a:t>Delivery / evidence</a:t>
                      </a:r>
                    </a:p>
                  </a:txBody>
                  <a:tcPr marL="91440" marR="91440" marT="45720" marB="45720" anchor="ctr">
                    <a:lnR w="6668">
                      <a:solidFill>
                        <a:srgbClr val="D9DFDF"/>
                      </a:solidFill>
                      <a:prstDash val="solid"/>
                    </a:lnR>
                    <a:lnT w="6668">
                      <a:solidFill>
                        <a:srgbClr val="D9DFDF"/>
                      </a:solidFill>
                      <a:prstDash val="solid"/>
                    </a:lnT>
                    <a:lnB w="6668">
                      <a:solidFill>
                        <a:srgbClr val="D9DFDF"/>
                      </a:solidFill>
                      <a:prstDash val="solid"/>
                    </a:lnB>
                    <a:solidFill>
                      <a:srgbClr val="111A25"/>
                    </a:solidFill>
                  </a:tcPr>
                </a:tc>
              </a:tr>
              <a:tr h="628650">
                <a:tc>
                  <a:txBody>
                    <a:bodyPr wrap="square" lIns="123825" tIns="123825" rIns="123825" bIns="123825"/>
                    <a:lstStyle/>
                    <a:p>
                      <a:r>
                        <a:rPr sz="1425" b="0">
                          <a:solidFill>
                            <a:srgbClr val="182231"/>
                          </a:solidFill>
                          <a:latin typeface="Arial"/>
                          <a:ea typeface="Arial"/>
                          <a:cs typeface="Arial"/>
                        </a:rPr>
                        <a:t>Vizard</a:t>
                      </a:r>
                    </a:p>
                  </a:txBody>
                  <a:tcPr marL="91440" marR="91440" marT="45720" marB="45720" anchor="ctr">
                    <a:lnL w="6668">
                      <a:solidFill>
                        <a:srgbClr val="D9DFDF"/>
                      </a:solidFill>
                      <a:prstDash val="solid"/>
                    </a:lnL>
                    <a:lnR w="6668">
                      <a:solidFill>
                        <a:srgbClr val="D9DFDF"/>
                      </a:solidFill>
                      <a:prstDash val="solid"/>
                    </a:lnR>
                    <a:lnB w="6668">
                      <a:solidFill>
                        <a:srgbClr val="D9DFDF"/>
                      </a:solidFill>
                      <a:prstDash val="solid"/>
                    </a:lnB>
                    <a:solidFill>
                      <a:srgbClr val="F6F3EB"/>
                    </a:solidFill>
                  </a:tcPr>
                </a:tc>
                <a:tc>
                  <a:txBody>
                    <a:bodyPr wrap="square" lIns="123825" tIns="123825" rIns="123825" bIns="123825"/>
                    <a:lstStyle/>
                    <a:p>
                      <a:r>
                        <a:rPr sz="1425" b="0">
                          <a:solidFill>
                            <a:srgbClr val="182231"/>
                          </a:solidFill>
                          <a:latin typeface="Arial"/>
                          <a:ea typeface="Arial"/>
                          <a:cs typeface="Arial"/>
                        </a:rPr>
                        <a:t>Full-context clips and captions</a:t>
                      </a:r>
                    </a:p>
                  </a:txBody>
                  <a:tcPr marL="91440" marR="91440" marT="45720" marB="45720" anchor="ctr">
                    <a:lnR w="6668">
                      <a:solidFill>
                        <a:srgbClr val="D9DFDF"/>
                      </a:solidFill>
                      <a:prstDash val="solid"/>
                    </a:lnR>
                    <a:lnB w="6668">
                      <a:solidFill>
                        <a:srgbClr val="D9DFDF"/>
                      </a:solidFill>
                      <a:prstDash val="solid"/>
                    </a:lnB>
                    <a:solidFill>
                      <a:srgbClr val="F6F3EB"/>
                    </a:solidFill>
                  </a:tcPr>
                </a:tc>
                <a:tc>
                  <a:txBody>
                    <a:bodyPr wrap="square" lIns="123825" tIns="123825" rIns="123825" bIns="123825"/>
                    <a:lstStyle/>
                    <a:p>
                      <a:r>
                        <a:rPr sz="1425" b="0">
                          <a:solidFill>
                            <a:srgbClr val="182231"/>
                          </a:solidFill>
                          <a:latin typeface="Arial"/>
                          <a:ea typeface="Arial"/>
                          <a:cs typeface="Arial"/>
                        </a:rPr>
                        <a:t>Hosted product / advertised</a:t>
                      </a:r>
                    </a:p>
                  </a:txBody>
                  <a:tcPr marL="91440" marR="91440" marT="45720" marB="45720" anchor="ctr">
                    <a:lnR w="6668">
                      <a:solidFill>
                        <a:srgbClr val="D9DFDF"/>
                      </a:solidFill>
                      <a:prstDash val="solid"/>
                    </a:lnR>
                    <a:lnB w="6668">
                      <a:solidFill>
                        <a:srgbClr val="D9DFDF"/>
                      </a:solidFill>
                      <a:prstDash val="solid"/>
                    </a:lnB>
                    <a:solidFill>
                      <a:srgbClr val="F6F3EB"/>
                    </a:solidFill>
                  </a:tcPr>
                </a:tc>
              </a:tr>
              <a:tr h="628650">
                <a:tc>
                  <a:txBody>
                    <a:bodyPr wrap="square" lIns="123825" tIns="123825" rIns="123825" bIns="123825"/>
                    <a:lstStyle/>
                    <a:p>
                      <a:r>
                        <a:rPr sz="1425" b="0">
                          <a:solidFill>
                            <a:srgbClr val="182231"/>
                          </a:solidFill>
                          <a:latin typeface="Arial"/>
                          <a:ea typeface="Arial"/>
                          <a:cs typeface="Arial"/>
                        </a:rPr>
                        <a:t>OpusClip</a:t>
                      </a:r>
                    </a:p>
                  </a:txBody>
                  <a:tcPr marL="91440" marR="91440" marT="45720" marB="45720" anchor="ctr">
                    <a:lnL w="6668">
                      <a:solidFill>
                        <a:srgbClr val="D9DFDF"/>
                      </a:solidFill>
                      <a:prstDash val="solid"/>
                    </a:lnL>
                    <a:lnR w="6668">
                      <a:solidFill>
                        <a:srgbClr val="D9DFDF"/>
                      </a:solidFill>
                      <a:prstDash val="solid"/>
                    </a:lnR>
                    <a:lnB w="6668">
                      <a:solidFill>
                        <a:srgbClr val="D9DFDF"/>
                      </a:solidFill>
                      <a:prstDash val="solid"/>
                    </a:lnB>
                    <a:solidFill>
                      <a:srgbClr val="E9EEEB"/>
                    </a:solidFill>
                  </a:tcPr>
                </a:tc>
                <a:tc>
                  <a:txBody>
                    <a:bodyPr wrap="square" lIns="123825" tIns="123825" rIns="123825" bIns="123825"/>
                    <a:lstStyle/>
                    <a:p>
                      <a:r>
                        <a:rPr sz="1425" b="0">
                          <a:solidFill>
                            <a:srgbClr val="182231"/>
                          </a:solidFill>
                          <a:latin typeface="Arial"/>
                          <a:ea typeface="Arial"/>
                          <a:cs typeface="Arial"/>
                        </a:rPr>
                        <a:t>Multimodal prompt discovery</a:t>
                      </a:r>
                    </a:p>
                  </a:txBody>
                  <a:tcPr marL="91440" marR="91440" marT="45720" marB="45720" anchor="ctr">
                    <a:lnR w="6668">
                      <a:solidFill>
                        <a:srgbClr val="D9DFDF"/>
                      </a:solidFill>
                      <a:prstDash val="solid"/>
                    </a:lnR>
                    <a:lnB w="6668">
                      <a:solidFill>
                        <a:srgbClr val="D9DFDF"/>
                      </a:solidFill>
                      <a:prstDash val="solid"/>
                    </a:lnB>
                    <a:solidFill>
                      <a:srgbClr val="E9EEEB"/>
                    </a:solidFill>
                  </a:tcPr>
                </a:tc>
                <a:tc>
                  <a:txBody>
                    <a:bodyPr wrap="square" lIns="123825" tIns="123825" rIns="123825" bIns="123825"/>
                    <a:lstStyle/>
                    <a:p>
                      <a:r>
                        <a:rPr sz="1425" b="0">
                          <a:solidFill>
                            <a:srgbClr val="182231"/>
                          </a:solidFill>
                          <a:latin typeface="Arial"/>
                          <a:ea typeface="Arial"/>
                          <a:cs typeface="Arial"/>
                        </a:rPr>
                        <a:t>Hosted product / advertised</a:t>
                      </a:r>
                    </a:p>
                  </a:txBody>
                  <a:tcPr marL="91440" marR="91440" marT="45720" marB="45720" anchor="ctr">
                    <a:lnR w="6668">
                      <a:solidFill>
                        <a:srgbClr val="D9DFDF"/>
                      </a:solidFill>
                      <a:prstDash val="solid"/>
                    </a:lnR>
                    <a:lnB w="6668">
                      <a:solidFill>
                        <a:srgbClr val="D9DFDF"/>
                      </a:solidFill>
                      <a:prstDash val="solid"/>
                    </a:lnB>
                    <a:solidFill>
                      <a:srgbClr val="E9EEEB"/>
                    </a:solidFill>
                  </a:tcPr>
                </a:tc>
              </a:tr>
              <a:tr h="628650">
                <a:tc>
                  <a:txBody>
                    <a:bodyPr wrap="square" lIns="123825" tIns="123825" rIns="123825" bIns="123825"/>
                    <a:lstStyle/>
                    <a:p>
                      <a:r>
                        <a:rPr sz="1425" b="0">
                          <a:solidFill>
                            <a:srgbClr val="182231"/>
                          </a:solidFill>
                          <a:latin typeface="Arial"/>
                          <a:ea typeface="Arial"/>
                          <a:cs typeface="Arial"/>
                        </a:rPr>
                        <a:t>Submagic</a:t>
                      </a:r>
                    </a:p>
                  </a:txBody>
                  <a:tcPr marL="91440" marR="91440" marT="45720" marB="45720" anchor="ctr">
                    <a:lnL w="6668">
                      <a:solidFill>
                        <a:srgbClr val="D9DFDF"/>
                      </a:solidFill>
                      <a:prstDash val="solid"/>
                    </a:lnL>
                    <a:lnR w="6668">
                      <a:solidFill>
                        <a:srgbClr val="D9DFDF"/>
                      </a:solidFill>
                      <a:prstDash val="solid"/>
                    </a:lnR>
                    <a:lnB w="6668">
                      <a:solidFill>
                        <a:srgbClr val="D9DFDF"/>
                      </a:solidFill>
                      <a:prstDash val="solid"/>
                    </a:lnB>
                    <a:solidFill>
                      <a:srgbClr val="F6F3EB"/>
                    </a:solidFill>
                  </a:tcPr>
                </a:tc>
                <a:tc>
                  <a:txBody>
                    <a:bodyPr wrap="square" lIns="123825" tIns="123825" rIns="123825" bIns="123825"/>
                    <a:lstStyle/>
                    <a:p>
                      <a:r>
                        <a:rPr sz="1425" b="0">
                          <a:solidFill>
                            <a:srgbClr val="182231"/>
                          </a:solidFill>
                          <a:latin typeface="Arial"/>
                          <a:ea typeface="Arial"/>
                          <a:cs typeface="Arial"/>
                        </a:rPr>
                        <a:t>Captions, effects and editing</a:t>
                      </a:r>
                    </a:p>
                  </a:txBody>
                  <a:tcPr marL="91440" marR="91440" marT="45720" marB="45720" anchor="ctr">
                    <a:lnR w="6668">
                      <a:solidFill>
                        <a:srgbClr val="D9DFDF"/>
                      </a:solidFill>
                      <a:prstDash val="solid"/>
                    </a:lnR>
                    <a:lnB w="6668">
                      <a:solidFill>
                        <a:srgbClr val="D9DFDF"/>
                      </a:solidFill>
                      <a:prstDash val="solid"/>
                    </a:lnB>
                    <a:solidFill>
                      <a:srgbClr val="F6F3EB"/>
                    </a:solidFill>
                  </a:tcPr>
                </a:tc>
                <a:tc>
                  <a:txBody>
                    <a:bodyPr wrap="square" lIns="123825" tIns="123825" rIns="123825" bIns="123825"/>
                    <a:lstStyle/>
                    <a:p>
                      <a:r>
                        <a:rPr sz="1425" b="0">
                          <a:solidFill>
                            <a:srgbClr val="182231"/>
                          </a:solidFill>
                          <a:latin typeface="Arial"/>
                          <a:ea typeface="Arial"/>
                          <a:cs typeface="Arial"/>
                        </a:rPr>
                        <a:t>Hosted product / advertised</a:t>
                      </a:r>
                    </a:p>
                  </a:txBody>
                  <a:tcPr marL="91440" marR="91440" marT="45720" marB="45720" anchor="ctr">
                    <a:lnR w="6668">
                      <a:solidFill>
                        <a:srgbClr val="D9DFDF"/>
                      </a:solidFill>
                      <a:prstDash val="solid"/>
                    </a:lnR>
                    <a:lnB w="6668">
                      <a:solidFill>
                        <a:srgbClr val="D9DFDF"/>
                      </a:solidFill>
                      <a:prstDash val="solid"/>
                    </a:lnB>
                    <a:solidFill>
                      <a:srgbClr val="F6F3EB"/>
                    </a:solidFill>
                  </a:tcPr>
                </a:tc>
              </a:tr>
              <a:tr h="628650">
                <a:tc>
                  <a:txBody>
                    <a:bodyPr wrap="square" lIns="123825" tIns="123825" rIns="123825" bIns="123825"/>
                    <a:lstStyle/>
                    <a:p>
                      <a:r>
                        <a:rPr sz="1425" b="0">
                          <a:solidFill>
                            <a:srgbClr val="182231"/>
                          </a:solidFill>
                          <a:latin typeface="Arial"/>
                          <a:ea typeface="Arial"/>
                          <a:cs typeface="Arial"/>
                        </a:rPr>
                        <a:t>Framecraft</a:t>
                      </a:r>
                    </a:p>
                  </a:txBody>
                  <a:tcPr marL="91440" marR="91440" marT="45720" marB="45720" anchor="ctr">
                    <a:lnL w="6668">
                      <a:solidFill>
                        <a:srgbClr val="D9DFDF"/>
                      </a:solidFill>
                      <a:prstDash val="solid"/>
                    </a:lnL>
                    <a:lnR w="6668">
                      <a:solidFill>
                        <a:srgbClr val="D9DFDF"/>
                      </a:solidFill>
                      <a:prstDash val="solid"/>
                    </a:lnR>
                    <a:lnB w="6668">
                      <a:solidFill>
                        <a:srgbClr val="D9DFDF"/>
                      </a:solidFill>
                      <a:prstDash val="solid"/>
                    </a:lnB>
                    <a:solidFill>
                      <a:srgbClr val="E9EEEB"/>
                    </a:solidFill>
                  </a:tcPr>
                </a:tc>
                <a:tc>
                  <a:txBody>
                    <a:bodyPr wrap="square" lIns="123825" tIns="123825" rIns="123825" bIns="123825"/>
                    <a:lstStyle/>
                    <a:p>
                      <a:r>
                        <a:rPr sz="1425" b="0">
                          <a:solidFill>
                            <a:srgbClr val="182231"/>
                          </a:solidFill>
                          <a:latin typeface="Arial"/>
                          <a:ea typeface="Arial"/>
                          <a:cs typeface="Arial"/>
                        </a:rPr>
                        <a:t>Heuristic ranking and editable captions</a:t>
                      </a:r>
                    </a:p>
                  </a:txBody>
                  <a:tcPr marL="91440" marR="91440" marT="45720" marB="45720" anchor="ctr">
                    <a:lnR w="6668">
                      <a:solidFill>
                        <a:srgbClr val="D9DFDF"/>
                      </a:solidFill>
                      <a:prstDash val="solid"/>
                    </a:lnR>
                    <a:lnB w="6668">
                      <a:solidFill>
                        <a:srgbClr val="D9DFDF"/>
                      </a:solidFill>
                      <a:prstDash val="solid"/>
                    </a:lnB>
                    <a:solidFill>
                      <a:srgbClr val="E9EEEB"/>
                    </a:solidFill>
                  </a:tcPr>
                </a:tc>
                <a:tc>
                  <a:txBody>
                    <a:bodyPr wrap="square" lIns="123825" tIns="123825" rIns="123825" bIns="123825"/>
                    <a:lstStyle/>
                    <a:p>
                      <a:r>
                        <a:rPr sz="1425" b="0">
                          <a:solidFill>
                            <a:srgbClr val="182231"/>
                          </a:solidFill>
                          <a:latin typeface="Arial"/>
                          <a:ea typeface="Arial"/>
                          <a:cs typeface="Arial"/>
                        </a:rPr>
                        <a:t>Local Windows app / verified prototype</a:t>
                      </a:r>
                    </a:p>
                  </a:txBody>
                  <a:tcPr marL="91440" marR="91440" marT="45720" marB="45720" anchor="ctr">
                    <a:lnR w="6668">
                      <a:solidFill>
                        <a:srgbClr val="D9DFDF"/>
                      </a:solidFill>
                      <a:prstDash val="solid"/>
                    </a:lnR>
                    <a:lnB w="6668">
                      <a:solidFill>
                        <a:srgbClr val="D9DFDF"/>
                      </a:solidFill>
                      <a:prstDash val="solid"/>
                    </a:lnB>
                    <a:solidFill>
                      <a:srgbClr val="E9EEEB"/>
                    </a:solidFill>
                  </a:tcPr>
                </a:tc>
              </a:tr>
            </a:tbl>
          </a:graphicData>
        </a:graphic>
      </p:graphicFrame>
      <p:sp>
        <p:nvSpPr>
          <p:cNvPr id="7" name="">
            <a:extLst xmlns:a="http://schemas.openxmlformats.org/drawingml/2006/main">
              <a:ext uri="{FF2B5EF4-FFF2-40B4-BE49-F238E27FC236}">
                <a16:creationId xmlns:a16="http://schemas.microsoft.com/office/drawing/2014/main" id="{88622285-6A0D-41A1-B8C4-804D456B08D3}"/>
              </a:ext>
            </a:extLst>
          </p:cNvPr>
          <p:cNvSpPr>
            <a:spLocks xmlns:a="http://schemas.openxmlformats.org/drawingml/2006/main" noGrp="1"/>
          </p:cNvSpPr>
          <p:nvPr/>
        </p:nvSpPr>
        <p:spPr>
          <a:xfrm xmlns:a="http://schemas.openxmlformats.org/drawingml/2006/main">
            <a:off x="685800" y="5457825"/>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26372"/>
                </a:solidFill>
                <a:latin typeface="Arial"/>
                <a:ea typeface="Arial"/>
                <a:cs typeface="Arial"/>
              </a:defRPr>
            </a:defPPr>
            <a:lvl1pPr algn="l">
              <a:defRPr sz="1650" b="0">
                <a:solidFill>
                  <a:srgbClr val="526372"/>
                </a:solidFill>
                <a:latin typeface="Arial"/>
                <a:ea typeface="Arial"/>
                <a:cs typeface="Arial"/>
              </a:defRPr>
            </a:lvl1pPr>
            <a:lvl2pPr algn="l">
              <a:defRPr sz="1650" b="0">
                <a:solidFill>
                  <a:srgbClr val="526372"/>
                </a:solidFill>
                <a:latin typeface="Arial"/>
                <a:ea typeface="Arial"/>
                <a:cs typeface="Arial"/>
              </a:defRPr>
            </a:lvl2pPr>
            <a:lvl3pPr algn="l">
              <a:defRPr sz="1650" b="0">
                <a:solidFill>
                  <a:srgbClr val="526372"/>
                </a:solidFill>
                <a:latin typeface="Arial"/>
                <a:ea typeface="Arial"/>
                <a:cs typeface="Arial"/>
              </a:defRPr>
            </a:lvl3pPr>
            <a:lvl4pPr algn="l">
              <a:defRPr sz="1650" b="0">
                <a:solidFill>
                  <a:srgbClr val="526372"/>
                </a:solidFill>
                <a:latin typeface="Arial"/>
                <a:ea typeface="Arial"/>
                <a:cs typeface="Arial"/>
              </a:defRPr>
            </a:lvl4pPr>
            <a:lvl5pPr algn="l">
              <a:defRPr sz="1650" b="0">
                <a:solidFill>
                  <a:srgbClr val="526372"/>
                </a:solidFill>
                <a:latin typeface="Arial"/>
                <a:ea typeface="Arial"/>
                <a:cs typeface="Arial"/>
              </a:defRPr>
            </a:lvl5pPr>
            <a:lvl6pPr algn="l">
              <a:defRPr sz="1650" b="0">
                <a:solidFill>
                  <a:srgbClr val="526372"/>
                </a:solidFill>
                <a:latin typeface="Arial"/>
                <a:ea typeface="Arial"/>
                <a:cs typeface="Arial"/>
              </a:defRPr>
            </a:lvl6pPr>
            <a:lvl7pPr algn="l">
              <a:defRPr sz="1650" b="0">
                <a:solidFill>
                  <a:srgbClr val="526372"/>
                </a:solidFill>
                <a:latin typeface="Arial"/>
                <a:ea typeface="Arial"/>
                <a:cs typeface="Arial"/>
              </a:defRPr>
            </a:lvl7pPr>
            <a:lvl8pPr algn="l">
              <a:defRPr sz="1650" b="0">
                <a:solidFill>
                  <a:srgbClr val="526372"/>
                </a:solidFill>
                <a:latin typeface="Arial"/>
                <a:ea typeface="Arial"/>
                <a:cs typeface="Arial"/>
              </a:defRPr>
            </a:lvl8pPr>
            <a:lvl9pPr algn="l">
              <a:defRPr sz="1650" b="0">
                <a:solidFill>
                  <a:srgbClr val="526372"/>
                </a:solidFill>
                <a:latin typeface="Arial"/>
                <a:ea typeface="Arial"/>
                <a:cs typeface="Arial"/>
              </a:defRPr>
            </a:lvl9pPr>
          </a:lstStyle>
          <a:p xmlns:a="http://schemas.openxmlformats.org/drawingml/2006/main">
            <a:pPr algn="l">
              <a:defRPr sz="1650" b="0">
                <a:solidFill>
                  <a:srgbClr val="526372"/>
                </a:solidFill>
                <a:latin typeface="Arial"/>
                <a:ea typeface="Arial"/>
                <a:cs typeface="Arial"/>
              </a:defRPr>
            </a:pPr>
            <a:r>
              <a:rPr sz="1650" b="0">
                <a:solidFill>
                  <a:srgbClr val="526372"/>
                </a:solidFill>
                <a:latin typeface="Arial"/>
                <a:ea typeface="Arial"/>
                <a:cs typeface="Arial"/>
              </a:rPr>
              <a:t>Framecraft gaps: reliable active-speaker attribution, forced alignment and broad multimodal reasoning.</a:t>
            </a:r>
          </a:p>
        </p:txBody>
      </p:sp>
      <p:sp>
        <p:nvSpPr>
          <p:cNvPr id="8" name="">
            <a:extLst xmlns:a="http://schemas.openxmlformats.org/drawingml/2006/main">
              <a:ext uri="{FF2B5EF4-FFF2-40B4-BE49-F238E27FC236}">
                <a16:creationId xmlns:a16="http://schemas.microsoft.com/office/drawing/2014/main" id="{FD1BE7DD-136A-4AE9-B040-873031B41D52}"/>
              </a:ext>
            </a:extLst>
          </p:cNvPr>
          <p:cNvSpPr>
            <a:spLocks xmlns:a="http://schemas.openxmlformats.org/drawingml/2006/main" noGrp="1"/>
          </p:cNvSpPr>
          <p:nvPr/>
        </p:nvSpPr>
        <p:spPr>
          <a:xfrm xmlns:a="http://schemas.openxmlformats.org/drawingml/2006/main">
            <a:off x="685800" y="601980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372"/>
                </a:solidFill>
                <a:latin typeface="Arial"/>
                <a:ea typeface="Arial"/>
                <a:cs typeface="Arial"/>
              </a:defRPr>
            </a:defPPr>
            <a:lvl1pPr algn="l">
              <a:defRPr sz="1050" b="0">
                <a:solidFill>
                  <a:srgbClr val="526372"/>
                </a:solidFill>
                <a:latin typeface="Arial"/>
                <a:ea typeface="Arial"/>
                <a:cs typeface="Arial"/>
              </a:defRPr>
            </a:lvl1pPr>
            <a:lvl2pPr algn="l">
              <a:defRPr sz="1050" b="0">
                <a:solidFill>
                  <a:srgbClr val="526372"/>
                </a:solidFill>
                <a:latin typeface="Arial"/>
                <a:ea typeface="Arial"/>
                <a:cs typeface="Arial"/>
              </a:defRPr>
            </a:lvl2pPr>
            <a:lvl3pPr algn="l">
              <a:defRPr sz="1050" b="0">
                <a:solidFill>
                  <a:srgbClr val="526372"/>
                </a:solidFill>
                <a:latin typeface="Arial"/>
                <a:ea typeface="Arial"/>
                <a:cs typeface="Arial"/>
              </a:defRPr>
            </a:lvl3pPr>
            <a:lvl4pPr algn="l">
              <a:defRPr sz="1050" b="0">
                <a:solidFill>
                  <a:srgbClr val="526372"/>
                </a:solidFill>
                <a:latin typeface="Arial"/>
                <a:ea typeface="Arial"/>
                <a:cs typeface="Arial"/>
              </a:defRPr>
            </a:lvl4pPr>
            <a:lvl5pPr algn="l">
              <a:defRPr sz="1050" b="0">
                <a:solidFill>
                  <a:srgbClr val="526372"/>
                </a:solidFill>
                <a:latin typeface="Arial"/>
                <a:ea typeface="Arial"/>
                <a:cs typeface="Arial"/>
              </a:defRPr>
            </a:lvl5pPr>
            <a:lvl6pPr algn="l">
              <a:defRPr sz="1050" b="0">
                <a:solidFill>
                  <a:srgbClr val="526372"/>
                </a:solidFill>
                <a:latin typeface="Arial"/>
                <a:ea typeface="Arial"/>
                <a:cs typeface="Arial"/>
              </a:defRPr>
            </a:lvl6pPr>
            <a:lvl7pPr algn="l">
              <a:defRPr sz="1050" b="0">
                <a:solidFill>
                  <a:srgbClr val="526372"/>
                </a:solidFill>
                <a:latin typeface="Arial"/>
                <a:ea typeface="Arial"/>
                <a:cs typeface="Arial"/>
              </a:defRPr>
            </a:lvl7pPr>
            <a:lvl8pPr algn="l">
              <a:defRPr sz="1050" b="0">
                <a:solidFill>
                  <a:srgbClr val="526372"/>
                </a:solidFill>
                <a:latin typeface="Arial"/>
                <a:ea typeface="Arial"/>
                <a:cs typeface="Arial"/>
              </a:defRPr>
            </a:lvl8pPr>
            <a:lvl9pPr algn="l">
              <a:defRPr sz="1050" b="0">
                <a:solidFill>
                  <a:srgbClr val="526372"/>
                </a:solidFill>
                <a:latin typeface="Arial"/>
                <a:ea typeface="Arial"/>
                <a:cs typeface="Arial"/>
              </a:defRPr>
            </a:lvl9pPr>
          </a:lstStyle>
          <a:p xmlns:a="http://schemas.openxmlformats.org/drawingml/2006/main">
            <a:pPr algn="l">
              <a:defRPr sz="1050" b="0">
                <a:solidFill>
                  <a:srgbClr val="526372"/>
                </a:solidFill>
                <a:latin typeface="Arial"/>
                <a:ea typeface="Arial"/>
                <a:cs typeface="Arial"/>
              </a:defRPr>
            </a:pPr>
            <a:r>
              <a:rPr sz="1050" b="0">
                <a:solidFill>
                  <a:srgbClr val="526372"/>
                </a:solidFill>
                <a:latin typeface="Arial"/>
                <a:ea typeface="Arial"/>
                <a:cs typeface="Arial"/>
              </a:rPr>
              <a:t>Sources: official product documentation, accessed 29 Oct 2026. Vendor claims are not independent tests.</a:t>
            </a:r>
          </a:p>
        </p:txBody>
      </p:sp>
    </p:spTree>
    <p:extLst>
      <p:ext uri="{BB962C8B-B14F-4D97-AF65-F5344CB8AC3E}">
        <p14:creationId xmlns:p14="http://schemas.microsoft.com/office/powerpoint/2010/main" val="1957681982"/>
      </p:ext>
    </p:extLst>
  </p:cSld>
</p:sld>
</file>

<file path=ppt/slides/slide9.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F1A4B05-F7B6-4D4E-A2C9-70AE823882B4}"/>
              </a:ext>
            </a:extLst>
          </p:cNvPr>
          <p:cNvSpPr>
            <a:spLocks xmlns:a="http://schemas.openxmlformats.org/drawingml/2006/main" noGrp="1"/>
          </p:cNvSpPr>
          <p:nvPr/>
        </p:nvSpPr>
        <p:spPr>
          <a:xfrm xmlns:a="http://schemas.openxmlformats.org/drawingml/2006/main">
            <a:off x="685800" y="59055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231"/>
                </a:solidFill>
                <a:latin typeface="Arial"/>
                <a:ea typeface="Arial"/>
                <a:cs typeface="Arial"/>
              </a:defRPr>
            </a:defPPr>
            <a:lvl1pPr algn="l">
              <a:defRPr sz="3300" b="1">
                <a:solidFill>
                  <a:srgbClr val="182231"/>
                </a:solidFill>
                <a:latin typeface="Arial"/>
                <a:ea typeface="Arial"/>
                <a:cs typeface="Arial"/>
              </a:defRPr>
            </a:lvl1pPr>
            <a:lvl2pPr algn="l">
              <a:defRPr sz="3300" b="1">
                <a:solidFill>
                  <a:srgbClr val="182231"/>
                </a:solidFill>
                <a:latin typeface="Arial"/>
                <a:ea typeface="Arial"/>
                <a:cs typeface="Arial"/>
              </a:defRPr>
            </a:lvl2pPr>
            <a:lvl3pPr algn="l">
              <a:defRPr sz="3300" b="1">
                <a:solidFill>
                  <a:srgbClr val="182231"/>
                </a:solidFill>
                <a:latin typeface="Arial"/>
                <a:ea typeface="Arial"/>
                <a:cs typeface="Arial"/>
              </a:defRPr>
            </a:lvl3pPr>
            <a:lvl4pPr algn="l">
              <a:defRPr sz="3300" b="1">
                <a:solidFill>
                  <a:srgbClr val="182231"/>
                </a:solidFill>
                <a:latin typeface="Arial"/>
                <a:ea typeface="Arial"/>
                <a:cs typeface="Arial"/>
              </a:defRPr>
            </a:lvl4pPr>
            <a:lvl5pPr algn="l">
              <a:defRPr sz="3300" b="1">
                <a:solidFill>
                  <a:srgbClr val="182231"/>
                </a:solidFill>
                <a:latin typeface="Arial"/>
                <a:ea typeface="Arial"/>
                <a:cs typeface="Arial"/>
              </a:defRPr>
            </a:lvl5pPr>
            <a:lvl6pPr algn="l">
              <a:defRPr sz="3300" b="1">
                <a:solidFill>
                  <a:srgbClr val="182231"/>
                </a:solidFill>
                <a:latin typeface="Arial"/>
                <a:ea typeface="Arial"/>
                <a:cs typeface="Arial"/>
              </a:defRPr>
            </a:lvl6pPr>
            <a:lvl7pPr algn="l">
              <a:defRPr sz="3300" b="1">
                <a:solidFill>
                  <a:srgbClr val="182231"/>
                </a:solidFill>
                <a:latin typeface="Arial"/>
                <a:ea typeface="Arial"/>
                <a:cs typeface="Arial"/>
              </a:defRPr>
            </a:lvl7pPr>
            <a:lvl8pPr algn="l">
              <a:defRPr sz="3300" b="1">
                <a:solidFill>
                  <a:srgbClr val="182231"/>
                </a:solidFill>
                <a:latin typeface="Arial"/>
                <a:ea typeface="Arial"/>
                <a:cs typeface="Arial"/>
              </a:defRPr>
            </a:lvl8pPr>
            <a:lvl9pPr algn="l">
              <a:defRPr sz="3300" b="1">
                <a:solidFill>
                  <a:srgbClr val="182231"/>
                </a:solidFill>
                <a:latin typeface="Arial"/>
                <a:ea typeface="Arial"/>
                <a:cs typeface="Arial"/>
              </a:defRPr>
            </a:lvl9pPr>
          </a:lstStyle>
          <a:p xmlns:a="http://schemas.openxmlformats.org/drawingml/2006/main">
            <a:pPr algn="l">
              <a:defRPr sz="3300" b="1">
                <a:solidFill>
                  <a:srgbClr val="182231"/>
                </a:solidFill>
                <a:latin typeface="Arial"/>
                <a:ea typeface="Arial"/>
                <a:cs typeface="Arial"/>
              </a:defRPr>
            </a:pPr>
            <a:r>
              <a:rPr sz="3300" b="1">
                <a:solidFill>
                  <a:srgbClr val="182231"/>
                </a:solidFill>
                <a:latin typeface="Arial"/>
                <a:ea typeface="Arial"/>
                <a:cs typeface="Arial"/>
              </a:rPr>
              <a:t>Product development and technical validation</a:t>
            </a:r>
          </a:p>
        </p:txBody>
      </p:sp>
      <p:sp>
        <p:nvSpPr>
          <p:cNvPr id="3" name="">
            <a:extLst xmlns:a="http://schemas.openxmlformats.org/drawingml/2006/main">
              <a:ext uri="{FF2B5EF4-FFF2-40B4-BE49-F238E27FC236}">
                <a16:creationId xmlns:a16="http://schemas.microsoft.com/office/drawing/2014/main" id="{FFA0A1F4-0B6B-4B89-9D73-26AF60CDDC2F}"/>
              </a:ext>
            </a:extLst>
          </p:cNvPr>
          <p:cNvSpPr>
            <a:spLocks xmlns:a="http://schemas.openxmlformats.org/drawingml/2006/main" noGrp="1"/>
          </p:cNvSpPr>
          <p:nvPr/>
        </p:nvSpPr>
        <p:spPr>
          <a:xfrm xmlns:a="http://schemas.openxmlformats.org/drawingml/2006/main">
            <a:off x="685800" y="6324600"/>
            <a:ext cx="10820400" cy="9525"/>
          </a:xfrm>
          <a:prstGeom xmlns:a="http://schemas.openxmlformats.org/drawingml/2006/main" prst="rect">
            <a:avLst/>
          </a:prstGeom>
          <a:solidFill xmlns:a="http://schemas.openxmlformats.org/drawingml/2006/main">
            <a:srgbClr val="D9DFD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E18095C-6773-4B0B-AE3A-21C768FEDD3B}"/>
              </a:ext>
            </a:extLst>
          </p:cNvPr>
          <p:cNvSpPr>
            <a:spLocks xmlns:a="http://schemas.openxmlformats.org/drawingml/2006/main" noGrp="1"/>
          </p:cNvSpPr>
          <p:nvPr/>
        </p:nvSpPr>
        <p:spPr>
          <a:xfrm xmlns:a="http://schemas.openxmlformats.org/drawingml/2006/main">
            <a:off x="685800" y="647700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87783"/>
                </a:solidFill>
                <a:latin typeface="Arial"/>
                <a:ea typeface="Arial"/>
                <a:cs typeface="Arial"/>
              </a:defRPr>
            </a:defPPr>
            <a:lvl1pPr algn="l">
              <a:defRPr sz="1050" b="1">
                <a:solidFill>
                  <a:srgbClr val="687783"/>
                </a:solidFill>
                <a:latin typeface="Arial"/>
                <a:ea typeface="Arial"/>
                <a:cs typeface="Arial"/>
              </a:defRPr>
            </a:lvl1pPr>
            <a:lvl2pPr algn="l">
              <a:defRPr sz="1050" b="1">
                <a:solidFill>
                  <a:srgbClr val="687783"/>
                </a:solidFill>
                <a:latin typeface="Arial"/>
                <a:ea typeface="Arial"/>
                <a:cs typeface="Arial"/>
              </a:defRPr>
            </a:lvl2pPr>
            <a:lvl3pPr algn="l">
              <a:defRPr sz="1050" b="1">
                <a:solidFill>
                  <a:srgbClr val="687783"/>
                </a:solidFill>
                <a:latin typeface="Arial"/>
                <a:ea typeface="Arial"/>
                <a:cs typeface="Arial"/>
              </a:defRPr>
            </a:lvl3pPr>
            <a:lvl4pPr algn="l">
              <a:defRPr sz="1050" b="1">
                <a:solidFill>
                  <a:srgbClr val="687783"/>
                </a:solidFill>
                <a:latin typeface="Arial"/>
                <a:ea typeface="Arial"/>
                <a:cs typeface="Arial"/>
              </a:defRPr>
            </a:lvl4pPr>
            <a:lvl5pPr algn="l">
              <a:defRPr sz="1050" b="1">
                <a:solidFill>
                  <a:srgbClr val="687783"/>
                </a:solidFill>
                <a:latin typeface="Arial"/>
                <a:ea typeface="Arial"/>
                <a:cs typeface="Arial"/>
              </a:defRPr>
            </a:lvl5pPr>
            <a:lvl6pPr algn="l">
              <a:defRPr sz="1050" b="1">
                <a:solidFill>
                  <a:srgbClr val="687783"/>
                </a:solidFill>
                <a:latin typeface="Arial"/>
                <a:ea typeface="Arial"/>
                <a:cs typeface="Arial"/>
              </a:defRPr>
            </a:lvl6pPr>
            <a:lvl7pPr algn="l">
              <a:defRPr sz="1050" b="1">
                <a:solidFill>
                  <a:srgbClr val="687783"/>
                </a:solidFill>
                <a:latin typeface="Arial"/>
                <a:ea typeface="Arial"/>
                <a:cs typeface="Arial"/>
              </a:defRPr>
            </a:lvl7pPr>
            <a:lvl8pPr algn="l">
              <a:defRPr sz="1050" b="1">
                <a:solidFill>
                  <a:srgbClr val="687783"/>
                </a:solidFill>
                <a:latin typeface="Arial"/>
                <a:ea typeface="Arial"/>
                <a:cs typeface="Arial"/>
              </a:defRPr>
            </a:lvl8pPr>
            <a:lvl9pPr algn="l">
              <a:defRPr sz="1050" b="1">
                <a:solidFill>
                  <a:srgbClr val="687783"/>
                </a:solidFill>
                <a:latin typeface="Arial"/>
                <a:ea typeface="Arial"/>
                <a:cs typeface="Arial"/>
              </a:defRPr>
            </a:lvl9pPr>
          </a:lstStyle>
          <a:p xmlns:a="http://schemas.openxmlformats.org/drawingml/2006/main">
            <a:pPr algn="l">
              <a:defRPr sz="1050" b="1">
                <a:solidFill>
                  <a:srgbClr val="687783"/>
                </a:solidFill>
                <a:latin typeface="Arial"/>
                <a:ea typeface="Arial"/>
                <a:cs typeface="Arial"/>
              </a:defRPr>
            </a:pPr>
            <a:r>
              <a:rPr sz="1050" b="1">
                <a:solidFill>
                  <a:srgbClr val="687783"/>
                </a:solidFill>
                <a:latin typeface="Arial"/>
                <a:ea typeface="Arial"/>
                <a:cs typeface="Arial"/>
              </a:rPr>
              <a:t>FRAMECRAFT</a:t>
            </a:r>
          </a:p>
        </p:txBody>
      </p:sp>
      <p:sp>
        <p:nvSpPr>
          <p:cNvPr id="5" name="">
            <a:extLst xmlns:a="http://schemas.openxmlformats.org/drawingml/2006/main">
              <a:ext uri="{FF2B5EF4-FFF2-40B4-BE49-F238E27FC236}">
                <a16:creationId xmlns:a16="http://schemas.microsoft.com/office/drawing/2014/main" id="{D833A987-17F3-4C65-9659-7BF358251519}"/>
              </a:ext>
            </a:extLst>
          </p:cNvPr>
          <p:cNvSpPr>
            <a:spLocks xmlns:a="http://schemas.openxmlformats.org/drawingml/2006/main" noGrp="1"/>
          </p:cNvSpPr>
          <p:nvPr/>
        </p:nvSpPr>
        <p:spPr>
          <a:xfrm xmlns:a="http://schemas.openxmlformats.org/drawingml/2006/main">
            <a:off x="10953750" y="64770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87783"/>
                </a:solidFill>
                <a:latin typeface="Arial"/>
                <a:ea typeface="Arial"/>
                <a:cs typeface="Arial"/>
              </a:defRPr>
            </a:defPPr>
            <a:lvl1pPr algn="r">
              <a:defRPr sz="1050" b="0">
                <a:solidFill>
                  <a:srgbClr val="687783"/>
                </a:solidFill>
                <a:latin typeface="Arial"/>
                <a:ea typeface="Arial"/>
                <a:cs typeface="Arial"/>
              </a:defRPr>
            </a:lvl1pPr>
            <a:lvl2pPr algn="r">
              <a:defRPr sz="1050" b="0">
                <a:solidFill>
                  <a:srgbClr val="687783"/>
                </a:solidFill>
                <a:latin typeface="Arial"/>
                <a:ea typeface="Arial"/>
                <a:cs typeface="Arial"/>
              </a:defRPr>
            </a:lvl2pPr>
            <a:lvl3pPr algn="r">
              <a:defRPr sz="1050" b="0">
                <a:solidFill>
                  <a:srgbClr val="687783"/>
                </a:solidFill>
                <a:latin typeface="Arial"/>
                <a:ea typeface="Arial"/>
                <a:cs typeface="Arial"/>
              </a:defRPr>
            </a:lvl3pPr>
            <a:lvl4pPr algn="r">
              <a:defRPr sz="1050" b="0">
                <a:solidFill>
                  <a:srgbClr val="687783"/>
                </a:solidFill>
                <a:latin typeface="Arial"/>
                <a:ea typeface="Arial"/>
                <a:cs typeface="Arial"/>
              </a:defRPr>
            </a:lvl4pPr>
            <a:lvl5pPr algn="r">
              <a:defRPr sz="1050" b="0">
                <a:solidFill>
                  <a:srgbClr val="687783"/>
                </a:solidFill>
                <a:latin typeface="Arial"/>
                <a:ea typeface="Arial"/>
                <a:cs typeface="Arial"/>
              </a:defRPr>
            </a:lvl5pPr>
            <a:lvl6pPr algn="r">
              <a:defRPr sz="1050" b="0">
                <a:solidFill>
                  <a:srgbClr val="687783"/>
                </a:solidFill>
                <a:latin typeface="Arial"/>
                <a:ea typeface="Arial"/>
                <a:cs typeface="Arial"/>
              </a:defRPr>
            </a:lvl6pPr>
            <a:lvl7pPr algn="r">
              <a:defRPr sz="1050" b="0">
                <a:solidFill>
                  <a:srgbClr val="687783"/>
                </a:solidFill>
                <a:latin typeface="Arial"/>
                <a:ea typeface="Arial"/>
                <a:cs typeface="Arial"/>
              </a:defRPr>
            </a:lvl7pPr>
            <a:lvl8pPr algn="r">
              <a:defRPr sz="1050" b="0">
                <a:solidFill>
                  <a:srgbClr val="687783"/>
                </a:solidFill>
                <a:latin typeface="Arial"/>
                <a:ea typeface="Arial"/>
                <a:cs typeface="Arial"/>
              </a:defRPr>
            </a:lvl8pPr>
            <a:lvl9pPr algn="r">
              <a:defRPr sz="1050" b="0">
                <a:solidFill>
                  <a:srgbClr val="687783"/>
                </a:solidFill>
                <a:latin typeface="Arial"/>
                <a:ea typeface="Arial"/>
                <a:cs typeface="Arial"/>
              </a:defRPr>
            </a:lvl9pPr>
          </a:lstStyle>
          <a:p xmlns:a="http://schemas.openxmlformats.org/drawingml/2006/main">
            <a:pPr algn="r">
              <a:defRPr sz="1050" b="0">
                <a:solidFill>
                  <a:srgbClr val="687783"/>
                </a:solidFill>
                <a:latin typeface="Arial"/>
                <a:ea typeface="Arial"/>
                <a:cs typeface="Arial"/>
              </a:defRPr>
            </a:pPr>
            <a:r>
              <a:rPr sz="1050" b="0">
                <a:solidFill>
                  <a:srgbClr val="687783"/>
                </a:solidFill>
                <a:latin typeface="Arial"/>
                <a:ea typeface="Arial"/>
                <a:cs typeface="Arial"/>
              </a:rPr>
              <a:t>09</a:t>
            </a:r>
          </a:p>
        </p:txBody>
      </p:sp>
      <p:sp>
        <p:nvSpPr>
          <p:cNvPr id="6" name="">
            <a:extLst xmlns:a="http://schemas.openxmlformats.org/drawingml/2006/main">
              <a:ext uri="{FF2B5EF4-FFF2-40B4-BE49-F238E27FC236}">
                <a16:creationId xmlns:a16="http://schemas.microsoft.com/office/drawing/2014/main" id="{5F1B63BC-AF0F-4859-BB4C-B34456A2C1D2}"/>
              </a:ext>
            </a:extLst>
          </p:cNvPr>
          <p:cNvSpPr>
            <a:spLocks xmlns:a="http://schemas.openxmlformats.org/drawingml/2006/main" noGrp="1"/>
          </p:cNvSpPr>
          <p:nvPr/>
        </p:nvSpPr>
        <p:spPr>
          <a:xfrm xmlns:a="http://schemas.openxmlformats.org/drawingml/2006/main">
            <a:off x="685800" y="1752600"/>
            <a:ext cx="295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600" b="1">
                <a:solidFill>
                  <a:srgbClr val="3C7EEB"/>
                </a:solidFill>
                <a:latin typeface="Arial"/>
                <a:ea typeface="Arial"/>
                <a:cs typeface="Arial"/>
              </a:defRPr>
            </a:defPPr>
            <a:lvl1pPr algn="l">
              <a:defRPr sz="6600" b="1">
                <a:solidFill>
                  <a:srgbClr val="3C7EEB"/>
                </a:solidFill>
                <a:latin typeface="Arial"/>
                <a:ea typeface="Arial"/>
                <a:cs typeface="Arial"/>
              </a:defRPr>
            </a:lvl1pPr>
            <a:lvl2pPr algn="l">
              <a:defRPr sz="6600" b="1">
                <a:solidFill>
                  <a:srgbClr val="3C7EEB"/>
                </a:solidFill>
                <a:latin typeface="Arial"/>
                <a:ea typeface="Arial"/>
                <a:cs typeface="Arial"/>
              </a:defRPr>
            </a:lvl2pPr>
            <a:lvl3pPr algn="l">
              <a:defRPr sz="6600" b="1">
                <a:solidFill>
                  <a:srgbClr val="3C7EEB"/>
                </a:solidFill>
                <a:latin typeface="Arial"/>
                <a:ea typeface="Arial"/>
                <a:cs typeface="Arial"/>
              </a:defRPr>
            </a:lvl3pPr>
            <a:lvl4pPr algn="l">
              <a:defRPr sz="6600" b="1">
                <a:solidFill>
                  <a:srgbClr val="3C7EEB"/>
                </a:solidFill>
                <a:latin typeface="Arial"/>
                <a:ea typeface="Arial"/>
                <a:cs typeface="Arial"/>
              </a:defRPr>
            </a:lvl4pPr>
            <a:lvl5pPr algn="l">
              <a:defRPr sz="6600" b="1">
                <a:solidFill>
                  <a:srgbClr val="3C7EEB"/>
                </a:solidFill>
                <a:latin typeface="Arial"/>
                <a:ea typeface="Arial"/>
                <a:cs typeface="Arial"/>
              </a:defRPr>
            </a:lvl5pPr>
            <a:lvl6pPr algn="l">
              <a:defRPr sz="6600" b="1">
                <a:solidFill>
                  <a:srgbClr val="3C7EEB"/>
                </a:solidFill>
                <a:latin typeface="Arial"/>
                <a:ea typeface="Arial"/>
                <a:cs typeface="Arial"/>
              </a:defRPr>
            </a:lvl6pPr>
            <a:lvl7pPr algn="l">
              <a:defRPr sz="6600" b="1">
                <a:solidFill>
                  <a:srgbClr val="3C7EEB"/>
                </a:solidFill>
                <a:latin typeface="Arial"/>
                <a:ea typeface="Arial"/>
                <a:cs typeface="Arial"/>
              </a:defRPr>
            </a:lvl7pPr>
            <a:lvl8pPr algn="l">
              <a:defRPr sz="6600" b="1">
                <a:solidFill>
                  <a:srgbClr val="3C7EEB"/>
                </a:solidFill>
                <a:latin typeface="Arial"/>
                <a:ea typeface="Arial"/>
                <a:cs typeface="Arial"/>
              </a:defRPr>
            </a:lvl8pPr>
            <a:lvl9pPr algn="l">
              <a:defRPr sz="6600" b="1">
                <a:solidFill>
                  <a:srgbClr val="3C7EEB"/>
                </a:solidFill>
                <a:latin typeface="Arial"/>
                <a:ea typeface="Arial"/>
                <a:cs typeface="Arial"/>
              </a:defRPr>
            </a:lvl9pPr>
          </a:lstStyle>
          <a:p xmlns:a="http://schemas.openxmlformats.org/drawingml/2006/main">
            <a:pPr algn="l">
              <a:defRPr sz="6600" b="1">
                <a:solidFill>
                  <a:srgbClr val="3C7EEB"/>
                </a:solidFill>
                <a:latin typeface="Arial"/>
                <a:ea typeface="Arial"/>
                <a:cs typeface="Arial"/>
              </a:defRPr>
            </a:pPr>
            <a:r>
              <a:rPr sz="6600" b="1">
                <a:solidFill>
                  <a:srgbClr val="3C7EEB"/>
                </a:solidFill>
                <a:latin typeface="Arial"/>
                <a:ea typeface="Arial"/>
                <a:cs typeface="Arial"/>
              </a:rPr>
              <a:t>290</a:t>
            </a:r>
          </a:p>
        </p:txBody>
      </p:sp>
      <p:sp>
        <p:nvSpPr>
          <p:cNvPr id="7" name="">
            <a:extLst xmlns:a="http://schemas.openxmlformats.org/drawingml/2006/main">
              <a:ext uri="{FF2B5EF4-FFF2-40B4-BE49-F238E27FC236}">
                <a16:creationId xmlns:a16="http://schemas.microsoft.com/office/drawing/2014/main" id="{EAD77234-04DB-4C42-B407-6296D10B454E}"/>
              </a:ext>
            </a:extLst>
          </p:cNvPr>
          <p:cNvSpPr>
            <a:spLocks xmlns:a="http://schemas.openxmlformats.org/drawingml/2006/main" noGrp="1"/>
          </p:cNvSpPr>
          <p:nvPr/>
        </p:nvSpPr>
        <p:spPr>
          <a:xfrm xmlns:a="http://schemas.openxmlformats.org/drawingml/2006/main">
            <a:off x="685800" y="2847975"/>
            <a:ext cx="323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82231"/>
                </a:solidFill>
                <a:latin typeface="Arial"/>
                <a:ea typeface="Arial"/>
                <a:cs typeface="Arial"/>
              </a:defRPr>
            </a:defPPr>
            <a:lvl1pPr algn="l">
              <a:defRPr sz="1650" b="0">
                <a:solidFill>
                  <a:srgbClr val="182231"/>
                </a:solidFill>
                <a:latin typeface="Arial"/>
                <a:ea typeface="Arial"/>
                <a:cs typeface="Arial"/>
              </a:defRPr>
            </a:lvl1pPr>
            <a:lvl2pPr algn="l">
              <a:defRPr sz="1650" b="0">
                <a:solidFill>
                  <a:srgbClr val="182231"/>
                </a:solidFill>
                <a:latin typeface="Arial"/>
                <a:ea typeface="Arial"/>
                <a:cs typeface="Arial"/>
              </a:defRPr>
            </a:lvl2pPr>
            <a:lvl3pPr algn="l">
              <a:defRPr sz="1650" b="0">
                <a:solidFill>
                  <a:srgbClr val="182231"/>
                </a:solidFill>
                <a:latin typeface="Arial"/>
                <a:ea typeface="Arial"/>
                <a:cs typeface="Arial"/>
              </a:defRPr>
            </a:lvl3pPr>
            <a:lvl4pPr algn="l">
              <a:defRPr sz="1650" b="0">
                <a:solidFill>
                  <a:srgbClr val="182231"/>
                </a:solidFill>
                <a:latin typeface="Arial"/>
                <a:ea typeface="Arial"/>
                <a:cs typeface="Arial"/>
              </a:defRPr>
            </a:lvl4pPr>
            <a:lvl5pPr algn="l">
              <a:defRPr sz="1650" b="0">
                <a:solidFill>
                  <a:srgbClr val="182231"/>
                </a:solidFill>
                <a:latin typeface="Arial"/>
                <a:ea typeface="Arial"/>
                <a:cs typeface="Arial"/>
              </a:defRPr>
            </a:lvl5pPr>
            <a:lvl6pPr algn="l">
              <a:defRPr sz="1650" b="0">
                <a:solidFill>
                  <a:srgbClr val="182231"/>
                </a:solidFill>
                <a:latin typeface="Arial"/>
                <a:ea typeface="Arial"/>
                <a:cs typeface="Arial"/>
              </a:defRPr>
            </a:lvl6pPr>
            <a:lvl7pPr algn="l">
              <a:defRPr sz="1650" b="0">
                <a:solidFill>
                  <a:srgbClr val="182231"/>
                </a:solidFill>
                <a:latin typeface="Arial"/>
                <a:ea typeface="Arial"/>
                <a:cs typeface="Arial"/>
              </a:defRPr>
            </a:lvl7pPr>
            <a:lvl8pPr algn="l">
              <a:defRPr sz="1650" b="0">
                <a:solidFill>
                  <a:srgbClr val="182231"/>
                </a:solidFill>
                <a:latin typeface="Arial"/>
                <a:ea typeface="Arial"/>
                <a:cs typeface="Arial"/>
              </a:defRPr>
            </a:lvl8pPr>
            <a:lvl9pPr algn="l">
              <a:defRPr sz="1650" b="0">
                <a:solidFill>
                  <a:srgbClr val="182231"/>
                </a:solidFill>
                <a:latin typeface="Arial"/>
                <a:ea typeface="Arial"/>
                <a:cs typeface="Arial"/>
              </a:defRPr>
            </a:lvl9pPr>
          </a:lstStyle>
          <a:p xmlns:a="http://schemas.openxmlformats.org/drawingml/2006/main">
            <a:pPr algn="l">
              <a:defRPr sz="1650" b="0">
                <a:solidFill>
                  <a:srgbClr val="182231"/>
                </a:solidFill>
                <a:latin typeface="Arial"/>
                <a:ea typeface="Arial"/>
                <a:cs typeface="Arial"/>
              </a:defRPr>
            </a:pPr>
            <a:r>
              <a:rPr sz="1650" b="0">
                <a:solidFill>
                  <a:srgbClr val="182231"/>
                </a:solidFill>
                <a:latin typeface="Arial"/>
                <a:ea typeface="Arial"/>
                <a:cs typeface="Arial"/>
              </a:rPr>
              <a:t>automated tests + 4 subtests</a:t>
            </a:r>
          </a:p>
        </p:txBody>
      </p:sp>
      <p:sp>
        <p:nvSpPr>
          <p:cNvPr id="8" name="">
            <a:extLst xmlns:a="http://schemas.openxmlformats.org/drawingml/2006/main">
              <a:ext uri="{FF2B5EF4-FFF2-40B4-BE49-F238E27FC236}">
                <a16:creationId xmlns:a16="http://schemas.microsoft.com/office/drawing/2014/main" id="{18B5F249-4E4F-4C11-88BE-D6DF16A02E59}"/>
              </a:ext>
            </a:extLst>
          </p:cNvPr>
          <p:cNvSpPr>
            <a:spLocks xmlns:a="http://schemas.openxmlformats.org/drawingml/2006/main" noGrp="1"/>
          </p:cNvSpPr>
          <p:nvPr/>
        </p:nvSpPr>
        <p:spPr>
          <a:xfrm xmlns:a="http://schemas.openxmlformats.org/drawingml/2006/main">
            <a:off x="4629150" y="1752600"/>
            <a:ext cx="323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3C7EEB"/>
                </a:solidFill>
                <a:latin typeface="Arial"/>
                <a:ea typeface="Arial"/>
                <a:cs typeface="Arial"/>
              </a:defRPr>
            </a:defPPr>
            <a:lvl1pPr algn="l">
              <a:defRPr sz="5700" b="1">
                <a:solidFill>
                  <a:srgbClr val="3C7EEB"/>
                </a:solidFill>
                <a:latin typeface="Arial"/>
                <a:ea typeface="Arial"/>
                <a:cs typeface="Arial"/>
              </a:defRPr>
            </a:lvl1pPr>
            <a:lvl2pPr algn="l">
              <a:defRPr sz="5700" b="1">
                <a:solidFill>
                  <a:srgbClr val="3C7EEB"/>
                </a:solidFill>
                <a:latin typeface="Arial"/>
                <a:ea typeface="Arial"/>
                <a:cs typeface="Arial"/>
              </a:defRPr>
            </a:lvl2pPr>
            <a:lvl3pPr algn="l">
              <a:defRPr sz="5700" b="1">
                <a:solidFill>
                  <a:srgbClr val="3C7EEB"/>
                </a:solidFill>
                <a:latin typeface="Arial"/>
                <a:ea typeface="Arial"/>
                <a:cs typeface="Arial"/>
              </a:defRPr>
            </a:lvl3pPr>
            <a:lvl4pPr algn="l">
              <a:defRPr sz="5700" b="1">
                <a:solidFill>
                  <a:srgbClr val="3C7EEB"/>
                </a:solidFill>
                <a:latin typeface="Arial"/>
                <a:ea typeface="Arial"/>
                <a:cs typeface="Arial"/>
              </a:defRPr>
            </a:lvl4pPr>
            <a:lvl5pPr algn="l">
              <a:defRPr sz="5700" b="1">
                <a:solidFill>
                  <a:srgbClr val="3C7EEB"/>
                </a:solidFill>
                <a:latin typeface="Arial"/>
                <a:ea typeface="Arial"/>
                <a:cs typeface="Arial"/>
              </a:defRPr>
            </a:lvl5pPr>
            <a:lvl6pPr algn="l">
              <a:defRPr sz="5700" b="1">
                <a:solidFill>
                  <a:srgbClr val="3C7EEB"/>
                </a:solidFill>
                <a:latin typeface="Arial"/>
                <a:ea typeface="Arial"/>
                <a:cs typeface="Arial"/>
              </a:defRPr>
            </a:lvl6pPr>
            <a:lvl7pPr algn="l">
              <a:defRPr sz="5700" b="1">
                <a:solidFill>
                  <a:srgbClr val="3C7EEB"/>
                </a:solidFill>
                <a:latin typeface="Arial"/>
                <a:ea typeface="Arial"/>
                <a:cs typeface="Arial"/>
              </a:defRPr>
            </a:lvl7pPr>
            <a:lvl8pPr algn="l">
              <a:defRPr sz="5700" b="1">
                <a:solidFill>
                  <a:srgbClr val="3C7EEB"/>
                </a:solidFill>
                <a:latin typeface="Arial"/>
                <a:ea typeface="Arial"/>
                <a:cs typeface="Arial"/>
              </a:defRPr>
            </a:lvl8pPr>
            <a:lvl9pPr algn="l">
              <a:defRPr sz="5700" b="1">
                <a:solidFill>
                  <a:srgbClr val="3C7EEB"/>
                </a:solidFill>
                <a:latin typeface="Arial"/>
                <a:ea typeface="Arial"/>
                <a:cs typeface="Arial"/>
              </a:defRPr>
            </a:lvl9pPr>
          </a:lstStyle>
          <a:p xmlns:a="http://schemas.openxmlformats.org/drawingml/2006/main">
            <a:pPr algn="l">
              <a:defRPr sz="5700" b="1">
                <a:solidFill>
                  <a:srgbClr val="3C7EEB"/>
                </a:solidFill>
                <a:latin typeface="Arial"/>
                <a:ea typeface="Arial"/>
                <a:cs typeface="Arial"/>
              </a:defRPr>
            </a:pPr>
            <a:r>
              <a:rPr sz="5700" b="1">
                <a:solidFill>
                  <a:srgbClr val="3C7EEB"/>
                </a:solidFill>
                <a:latin typeface="Arial"/>
                <a:ea typeface="Arial"/>
                <a:cs typeface="Arial"/>
              </a:rPr>
              <a:t>60 min</a:t>
            </a:r>
          </a:p>
        </p:txBody>
      </p:sp>
      <p:sp>
        <p:nvSpPr>
          <p:cNvPr id="9" name="">
            <a:extLst xmlns:a="http://schemas.openxmlformats.org/drawingml/2006/main">
              <a:ext uri="{FF2B5EF4-FFF2-40B4-BE49-F238E27FC236}">
                <a16:creationId xmlns:a16="http://schemas.microsoft.com/office/drawing/2014/main" id="{F0158533-A7ED-4445-BE57-9A53F4D7DBBD}"/>
              </a:ext>
            </a:extLst>
          </p:cNvPr>
          <p:cNvSpPr>
            <a:spLocks xmlns:a="http://schemas.openxmlformats.org/drawingml/2006/main" noGrp="1"/>
          </p:cNvSpPr>
          <p:nvPr/>
        </p:nvSpPr>
        <p:spPr>
          <a:xfrm xmlns:a="http://schemas.openxmlformats.org/drawingml/2006/main">
            <a:off x="4629150" y="2847975"/>
            <a:ext cx="323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82231"/>
                </a:solidFill>
                <a:latin typeface="Arial"/>
                <a:ea typeface="Arial"/>
                <a:cs typeface="Arial"/>
              </a:defRPr>
            </a:defPPr>
            <a:lvl1pPr algn="l">
              <a:defRPr sz="1650" b="0">
                <a:solidFill>
                  <a:srgbClr val="182231"/>
                </a:solidFill>
                <a:latin typeface="Arial"/>
                <a:ea typeface="Arial"/>
                <a:cs typeface="Arial"/>
              </a:defRPr>
            </a:lvl1pPr>
            <a:lvl2pPr algn="l">
              <a:defRPr sz="1650" b="0">
                <a:solidFill>
                  <a:srgbClr val="182231"/>
                </a:solidFill>
                <a:latin typeface="Arial"/>
                <a:ea typeface="Arial"/>
                <a:cs typeface="Arial"/>
              </a:defRPr>
            </a:lvl2pPr>
            <a:lvl3pPr algn="l">
              <a:defRPr sz="1650" b="0">
                <a:solidFill>
                  <a:srgbClr val="182231"/>
                </a:solidFill>
                <a:latin typeface="Arial"/>
                <a:ea typeface="Arial"/>
                <a:cs typeface="Arial"/>
              </a:defRPr>
            </a:lvl3pPr>
            <a:lvl4pPr algn="l">
              <a:defRPr sz="1650" b="0">
                <a:solidFill>
                  <a:srgbClr val="182231"/>
                </a:solidFill>
                <a:latin typeface="Arial"/>
                <a:ea typeface="Arial"/>
                <a:cs typeface="Arial"/>
              </a:defRPr>
            </a:lvl4pPr>
            <a:lvl5pPr algn="l">
              <a:defRPr sz="1650" b="0">
                <a:solidFill>
                  <a:srgbClr val="182231"/>
                </a:solidFill>
                <a:latin typeface="Arial"/>
                <a:ea typeface="Arial"/>
                <a:cs typeface="Arial"/>
              </a:defRPr>
            </a:lvl5pPr>
            <a:lvl6pPr algn="l">
              <a:defRPr sz="1650" b="0">
                <a:solidFill>
                  <a:srgbClr val="182231"/>
                </a:solidFill>
                <a:latin typeface="Arial"/>
                <a:ea typeface="Arial"/>
                <a:cs typeface="Arial"/>
              </a:defRPr>
            </a:lvl6pPr>
            <a:lvl7pPr algn="l">
              <a:defRPr sz="1650" b="0">
                <a:solidFill>
                  <a:srgbClr val="182231"/>
                </a:solidFill>
                <a:latin typeface="Arial"/>
                <a:ea typeface="Arial"/>
                <a:cs typeface="Arial"/>
              </a:defRPr>
            </a:lvl7pPr>
            <a:lvl8pPr algn="l">
              <a:defRPr sz="1650" b="0">
                <a:solidFill>
                  <a:srgbClr val="182231"/>
                </a:solidFill>
                <a:latin typeface="Arial"/>
                <a:ea typeface="Arial"/>
                <a:cs typeface="Arial"/>
              </a:defRPr>
            </a:lvl8pPr>
            <a:lvl9pPr algn="l">
              <a:defRPr sz="1650" b="0">
                <a:solidFill>
                  <a:srgbClr val="182231"/>
                </a:solidFill>
                <a:latin typeface="Arial"/>
                <a:ea typeface="Arial"/>
                <a:cs typeface="Arial"/>
              </a:defRPr>
            </a:lvl9pPr>
          </a:lstStyle>
          <a:p xmlns:a="http://schemas.openxmlformats.org/drawingml/2006/main">
            <a:pPr algn="l">
              <a:defRPr sz="1650" b="0">
                <a:solidFill>
                  <a:srgbClr val="182231"/>
                </a:solidFill>
                <a:latin typeface="Arial"/>
                <a:ea typeface="Arial"/>
                <a:cs typeface="Arial"/>
              </a:defRPr>
            </a:pPr>
            <a:r>
              <a:rPr sz="1650" b="0">
                <a:solidFill>
                  <a:srgbClr val="182231"/>
                </a:solidFill>
                <a:latin typeface="Arial"/>
                <a:ea typeface="Arial"/>
                <a:cs typeface="Arial"/>
              </a:rPr>
              <a:t>continuous speech processed</a:t>
            </a:r>
          </a:p>
        </p:txBody>
      </p:sp>
      <p:sp>
        <p:nvSpPr>
          <p:cNvPr id="10" name="">
            <a:extLst xmlns:a="http://schemas.openxmlformats.org/drawingml/2006/main">
              <a:ext uri="{FF2B5EF4-FFF2-40B4-BE49-F238E27FC236}">
                <a16:creationId xmlns:a16="http://schemas.microsoft.com/office/drawing/2014/main" id="{13F66A35-6031-4827-9E31-1B605B1464BE}"/>
              </a:ext>
            </a:extLst>
          </p:cNvPr>
          <p:cNvSpPr>
            <a:spLocks xmlns:a="http://schemas.openxmlformats.org/drawingml/2006/main" noGrp="1"/>
          </p:cNvSpPr>
          <p:nvPr/>
        </p:nvSpPr>
        <p:spPr>
          <a:xfrm xmlns:a="http://schemas.openxmlformats.org/drawingml/2006/main">
            <a:off x="8543925" y="1752600"/>
            <a:ext cx="295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3C7EEB"/>
                </a:solidFill>
                <a:latin typeface="Arial"/>
                <a:ea typeface="Arial"/>
                <a:cs typeface="Arial"/>
              </a:defRPr>
            </a:defPPr>
            <a:lvl1pPr algn="l">
              <a:defRPr sz="5700" b="1">
                <a:solidFill>
                  <a:srgbClr val="3C7EEB"/>
                </a:solidFill>
                <a:latin typeface="Arial"/>
                <a:ea typeface="Arial"/>
                <a:cs typeface="Arial"/>
              </a:defRPr>
            </a:lvl1pPr>
            <a:lvl2pPr algn="l">
              <a:defRPr sz="5700" b="1">
                <a:solidFill>
                  <a:srgbClr val="3C7EEB"/>
                </a:solidFill>
                <a:latin typeface="Arial"/>
                <a:ea typeface="Arial"/>
                <a:cs typeface="Arial"/>
              </a:defRPr>
            </a:lvl2pPr>
            <a:lvl3pPr algn="l">
              <a:defRPr sz="5700" b="1">
                <a:solidFill>
                  <a:srgbClr val="3C7EEB"/>
                </a:solidFill>
                <a:latin typeface="Arial"/>
                <a:ea typeface="Arial"/>
                <a:cs typeface="Arial"/>
              </a:defRPr>
            </a:lvl3pPr>
            <a:lvl4pPr algn="l">
              <a:defRPr sz="5700" b="1">
                <a:solidFill>
                  <a:srgbClr val="3C7EEB"/>
                </a:solidFill>
                <a:latin typeface="Arial"/>
                <a:ea typeface="Arial"/>
                <a:cs typeface="Arial"/>
              </a:defRPr>
            </a:lvl4pPr>
            <a:lvl5pPr algn="l">
              <a:defRPr sz="5700" b="1">
                <a:solidFill>
                  <a:srgbClr val="3C7EEB"/>
                </a:solidFill>
                <a:latin typeface="Arial"/>
                <a:ea typeface="Arial"/>
                <a:cs typeface="Arial"/>
              </a:defRPr>
            </a:lvl5pPr>
            <a:lvl6pPr algn="l">
              <a:defRPr sz="5700" b="1">
                <a:solidFill>
                  <a:srgbClr val="3C7EEB"/>
                </a:solidFill>
                <a:latin typeface="Arial"/>
                <a:ea typeface="Arial"/>
                <a:cs typeface="Arial"/>
              </a:defRPr>
            </a:lvl6pPr>
            <a:lvl7pPr algn="l">
              <a:defRPr sz="5700" b="1">
                <a:solidFill>
                  <a:srgbClr val="3C7EEB"/>
                </a:solidFill>
                <a:latin typeface="Arial"/>
                <a:ea typeface="Arial"/>
                <a:cs typeface="Arial"/>
              </a:defRPr>
            </a:lvl7pPr>
            <a:lvl8pPr algn="l">
              <a:defRPr sz="5700" b="1">
                <a:solidFill>
                  <a:srgbClr val="3C7EEB"/>
                </a:solidFill>
                <a:latin typeface="Arial"/>
                <a:ea typeface="Arial"/>
                <a:cs typeface="Arial"/>
              </a:defRPr>
            </a:lvl8pPr>
            <a:lvl9pPr algn="l">
              <a:defRPr sz="5700" b="1">
                <a:solidFill>
                  <a:srgbClr val="3C7EEB"/>
                </a:solidFill>
                <a:latin typeface="Arial"/>
                <a:ea typeface="Arial"/>
                <a:cs typeface="Arial"/>
              </a:defRPr>
            </a:lvl9pPr>
          </a:lstStyle>
          <a:p xmlns:a="http://schemas.openxmlformats.org/drawingml/2006/main">
            <a:pPr algn="l">
              <a:defRPr sz="5700" b="1">
                <a:solidFill>
                  <a:srgbClr val="3C7EEB"/>
                </a:solidFill>
                <a:latin typeface="Arial"/>
                <a:ea typeface="Arial"/>
                <a:cs typeface="Arial"/>
              </a:defRPr>
            </a:pPr>
            <a:r>
              <a:rPr sz="5700" b="1">
                <a:solidFill>
                  <a:srgbClr val="3C7EEB"/>
                </a:solidFill>
                <a:latin typeface="Arial"/>
                <a:ea typeface="Arial"/>
                <a:cs typeface="Arial"/>
              </a:rPr>
              <a:t>1080p</a:t>
            </a:r>
          </a:p>
        </p:txBody>
      </p:sp>
      <p:sp>
        <p:nvSpPr>
          <p:cNvPr id="11" name="">
            <a:extLst xmlns:a="http://schemas.openxmlformats.org/drawingml/2006/main">
              <a:ext uri="{FF2B5EF4-FFF2-40B4-BE49-F238E27FC236}">
                <a16:creationId xmlns:a16="http://schemas.microsoft.com/office/drawing/2014/main" id="{946A5C3C-BD98-47D0-B233-650E4F5B98AC}"/>
              </a:ext>
            </a:extLst>
          </p:cNvPr>
          <p:cNvSpPr>
            <a:spLocks xmlns:a="http://schemas.openxmlformats.org/drawingml/2006/main" noGrp="1"/>
          </p:cNvSpPr>
          <p:nvPr/>
        </p:nvSpPr>
        <p:spPr>
          <a:xfrm xmlns:a="http://schemas.openxmlformats.org/drawingml/2006/main">
            <a:off x="8543925" y="2847975"/>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82231"/>
                </a:solidFill>
                <a:latin typeface="Arial"/>
                <a:ea typeface="Arial"/>
                <a:cs typeface="Arial"/>
              </a:defRPr>
            </a:defPPr>
            <a:lvl1pPr algn="l">
              <a:defRPr sz="1650" b="0">
                <a:solidFill>
                  <a:srgbClr val="182231"/>
                </a:solidFill>
                <a:latin typeface="Arial"/>
                <a:ea typeface="Arial"/>
                <a:cs typeface="Arial"/>
              </a:defRPr>
            </a:lvl1pPr>
            <a:lvl2pPr algn="l">
              <a:defRPr sz="1650" b="0">
                <a:solidFill>
                  <a:srgbClr val="182231"/>
                </a:solidFill>
                <a:latin typeface="Arial"/>
                <a:ea typeface="Arial"/>
                <a:cs typeface="Arial"/>
              </a:defRPr>
            </a:lvl2pPr>
            <a:lvl3pPr algn="l">
              <a:defRPr sz="1650" b="0">
                <a:solidFill>
                  <a:srgbClr val="182231"/>
                </a:solidFill>
                <a:latin typeface="Arial"/>
                <a:ea typeface="Arial"/>
                <a:cs typeface="Arial"/>
              </a:defRPr>
            </a:lvl3pPr>
            <a:lvl4pPr algn="l">
              <a:defRPr sz="1650" b="0">
                <a:solidFill>
                  <a:srgbClr val="182231"/>
                </a:solidFill>
                <a:latin typeface="Arial"/>
                <a:ea typeface="Arial"/>
                <a:cs typeface="Arial"/>
              </a:defRPr>
            </a:lvl4pPr>
            <a:lvl5pPr algn="l">
              <a:defRPr sz="1650" b="0">
                <a:solidFill>
                  <a:srgbClr val="182231"/>
                </a:solidFill>
                <a:latin typeface="Arial"/>
                <a:ea typeface="Arial"/>
                <a:cs typeface="Arial"/>
              </a:defRPr>
            </a:lvl5pPr>
            <a:lvl6pPr algn="l">
              <a:defRPr sz="1650" b="0">
                <a:solidFill>
                  <a:srgbClr val="182231"/>
                </a:solidFill>
                <a:latin typeface="Arial"/>
                <a:ea typeface="Arial"/>
                <a:cs typeface="Arial"/>
              </a:defRPr>
            </a:lvl6pPr>
            <a:lvl7pPr algn="l">
              <a:defRPr sz="1650" b="0">
                <a:solidFill>
                  <a:srgbClr val="182231"/>
                </a:solidFill>
                <a:latin typeface="Arial"/>
                <a:ea typeface="Arial"/>
                <a:cs typeface="Arial"/>
              </a:defRPr>
            </a:lvl7pPr>
            <a:lvl8pPr algn="l">
              <a:defRPr sz="1650" b="0">
                <a:solidFill>
                  <a:srgbClr val="182231"/>
                </a:solidFill>
                <a:latin typeface="Arial"/>
                <a:ea typeface="Arial"/>
                <a:cs typeface="Arial"/>
              </a:defRPr>
            </a:lvl8pPr>
            <a:lvl9pPr algn="l">
              <a:defRPr sz="1650" b="0">
                <a:solidFill>
                  <a:srgbClr val="182231"/>
                </a:solidFill>
                <a:latin typeface="Arial"/>
                <a:ea typeface="Arial"/>
                <a:cs typeface="Arial"/>
              </a:defRPr>
            </a:lvl9pPr>
          </a:lstStyle>
          <a:p xmlns:a="http://schemas.openxmlformats.org/drawingml/2006/main">
            <a:pPr algn="l">
              <a:defRPr sz="1650" b="0">
                <a:solidFill>
                  <a:srgbClr val="182231"/>
                </a:solidFill>
                <a:latin typeface="Arial"/>
                <a:ea typeface="Arial"/>
                <a:cs typeface="Arial"/>
              </a:defRPr>
            </a:pPr>
            <a:r>
              <a:rPr sz="1650" b="0">
                <a:solidFill>
                  <a:srgbClr val="182231"/>
                </a:solidFill>
                <a:latin typeface="Arial"/>
                <a:ea typeface="Arial"/>
                <a:cs typeface="Arial"/>
              </a:rPr>
              <a:t>real H.264 / AAC exports</a:t>
            </a:r>
          </a:p>
        </p:txBody>
      </p:sp>
      <p:graphicFrame>
        <p:nvGraphicFramePr>
          <p:cNvPr id="12" name="">
            <a:extLst xmlns:a="http://schemas.openxmlformats.org/drawingml/2006/main">
              <a:ext uri="{FF2B5EF4-FFF2-40B4-BE49-F238E27FC236}">
                <a16:creationId xmlns:a16="http://schemas.microsoft.com/office/drawing/2014/main" id="{D57223B2-FB13-4657-8118-E99B8D92C103}"/>
              </a:ext>
            </a:extLst>
          </p:cNvPr>
          <p:cNvGraphicFramePr/>
          <p:nvPr/>
        </p:nvGraphicFramePr>
        <p:xfrm>
          <a:off xmlns:a="http://schemas.openxmlformats.org/drawingml/2006/main" x="685800" y="3724275"/>
          <a:ext xmlns:a="http://schemas.openxmlformats.org/drawingml/2006/main" cx="10820400" cy="1971675"/>
        </p:xfrm>
        <a:graphic xmlns:a="http://schemas.openxmlformats.org/drawingml/2006/main">
          <a:graphicData uri="http://schemas.openxmlformats.org/drawingml/2006/table">
            <a:tbl>
              <a:tblPr/>
              <a:tblGrid>
                <a:gridCol w="2857500"/>
                <a:gridCol w="2667000"/>
                <a:gridCol w="2095500"/>
                <a:gridCol w="3200400"/>
              </a:tblGrid>
              <a:tr h="492919">
                <a:tc>
                  <a:txBody>
                    <a:bodyPr wrap="square" lIns="123825" tIns="123825" rIns="123825" bIns="123825"/>
                    <a:lstStyle/>
                    <a:p>
                      <a:r>
                        <a:rPr sz="1350" b="1">
                          <a:solidFill>
                            <a:srgbClr val="F6F3EB"/>
                          </a:solidFill>
                          <a:latin typeface="Arial"/>
                          <a:ea typeface="Arial"/>
                          <a:cs typeface="Arial"/>
                        </a:rPr>
                        <a:t>Source duration</a:t>
                      </a:r>
                    </a:p>
                  </a:txBody>
                  <a:tcPr marL="91440" marR="91440" marT="45720" marB="45720" anchor="ctr">
                    <a:lnL w="6668">
                      <a:solidFill>
                        <a:srgbClr val="D9DFDF"/>
                      </a:solidFill>
                      <a:prstDash val="solid"/>
                    </a:lnL>
                    <a:lnR w="6668">
                      <a:solidFill>
                        <a:srgbClr val="D9DFDF"/>
                      </a:solidFill>
                      <a:prstDash val="solid"/>
                    </a:lnR>
                    <a:lnT w="6668">
                      <a:solidFill>
                        <a:srgbClr val="D9DFDF"/>
                      </a:solidFill>
                      <a:prstDash val="solid"/>
                    </a:lnT>
                    <a:lnB w="6668">
                      <a:solidFill>
                        <a:srgbClr val="D9DFDF"/>
                      </a:solidFill>
                      <a:prstDash val="solid"/>
                    </a:lnB>
                    <a:solidFill>
                      <a:srgbClr val="111A25"/>
                    </a:solidFill>
                  </a:tcPr>
                </a:tc>
                <a:tc>
                  <a:txBody>
                    <a:bodyPr wrap="square" lIns="123825" tIns="123825" rIns="123825" bIns="123825"/>
                    <a:lstStyle/>
                    <a:p>
                      <a:r>
                        <a:rPr sz="1350" b="1">
                          <a:solidFill>
                            <a:srgbClr val="F6F3EB"/>
                          </a:solidFill>
                          <a:latin typeface="Arial"/>
                          <a:ea typeface="Arial"/>
                          <a:cs typeface="Arial"/>
                        </a:rPr>
                        <a:t>Analysis runtime</a:t>
                      </a:r>
                    </a:p>
                  </a:txBody>
                  <a:tcPr marL="91440" marR="91440" marT="45720" marB="45720" anchor="ctr">
                    <a:lnR w="6668">
                      <a:solidFill>
                        <a:srgbClr val="D9DFDF"/>
                      </a:solidFill>
                      <a:prstDash val="solid"/>
                    </a:lnR>
                    <a:lnT w="6668">
                      <a:solidFill>
                        <a:srgbClr val="D9DFDF"/>
                      </a:solidFill>
                      <a:prstDash val="solid"/>
                    </a:lnT>
                    <a:lnB w="6668">
                      <a:solidFill>
                        <a:srgbClr val="D9DFDF"/>
                      </a:solidFill>
                      <a:prstDash val="solid"/>
                    </a:lnB>
                    <a:solidFill>
                      <a:srgbClr val="111A25"/>
                    </a:solidFill>
                  </a:tcPr>
                </a:tc>
                <a:tc>
                  <a:txBody>
                    <a:bodyPr wrap="square" lIns="123825" tIns="123825" rIns="123825" bIns="123825"/>
                    <a:lstStyle/>
                    <a:p>
                      <a:r>
                        <a:rPr sz="1350" b="1">
                          <a:solidFill>
                            <a:srgbClr val="F6F3EB"/>
                          </a:solidFill>
                          <a:latin typeface="Arial"/>
                          <a:ea typeface="Arial"/>
                          <a:cs typeface="Arial"/>
                        </a:rPr>
                        <a:t>Words</a:t>
                      </a:r>
                    </a:p>
                  </a:txBody>
                  <a:tcPr marL="91440" marR="91440" marT="45720" marB="45720" anchor="ctr">
                    <a:lnR w="6668">
                      <a:solidFill>
                        <a:srgbClr val="D9DFDF"/>
                      </a:solidFill>
                      <a:prstDash val="solid"/>
                    </a:lnR>
                    <a:lnT w="6668">
                      <a:solidFill>
                        <a:srgbClr val="D9DFDF"/>
                      </a:solidFill>
                      <a:prstDash val="solid"/>
                    </a:lnT>
                    <a:lnB w="6668">
                      <a:solidFill>
                        <a:srgbClr val="D9DFDF"/>
                      </a:solidFill>
                      <a:prstDash val="solid"/>
                    </a:lnB>
                    <a:solidFill>
                      <a:srgbClr val="111A25"/>
                    </a:solidFill>
                  </a:tcPr>
                </a:tc>
                <a:tc>
                  <a:txBody>
                    <a:bodyPr wrap="square" lIns="123825" tIns="123825" rIns="123825" bIns="123825"/>
                    <a:lstStyle/>
                    <a:p>
                      <a:r>
                        <a:rPr sz="1350" b="1">
                          <a:solidFill>
                            <a:srgbClr val="F6F3EB"/>
                          </a:solidFill>
                          <a:latin typeface="Arial"/>
                          <a:ea typeface="Arial"/>
                          <a:cs typeface="Arial"/>
                        </a:rPr>
                        <a:t>Peak private memory</a:t>
                      </a:r>
                    </a:p>
                  </a:txBody>
                  <a:tcPr marL="91440" marR="91440" marT="45720" marB="45720" anchor="ctr">
                    <a:lnR w="6668">
                      <a:solidFill>
                        <a:srgbClr val="D9DFDF"/>
                      </a:solidFill>
                      <a:prstDash val="solid"/>
                    </a:lnR>
                    <a:lnT w="6668">
                      <a:solidFill>
                        <a:srgbClr val="D9DFDF"/>
                      </a:solidFill>
                      <a:prstDash val="solid"/>
                    </a:lnT>
                    <a:lnB w="6668">
                      <a:solidFill>
                        <a:srgbClr val="D9DFDF"/>
                      </a:solidFill>
                      <a:prstDash val="solid"/>
                    </a:lnB>
                    <a:solidFill>
                      <a:srgbClr val="111A25"/>
                    </a:solidFill>
                  </a:tcPr>
                </a:tc>
              </a:tr>
              <a:tr h="492919">
                <a:tc>
                  <a:txBody>
                    <a:bodyPr wrap="square" lIns="123825" tIns="123825" rIns="123825" bIns="123825"/>
                    <a:lstStyle/>
                    <a:p>
                      <a:r>
                        <a:rPr sz="1425" b="0">
                          <a:solidFill>
                            <a:srgbClr val="182231"/>
                          </a:solidFill>
                          <a:latin typeface="Arial"/>
                          <a:ea typeface="Arial"/>
                          <a:cs typeface="Arial"/>
                        </a:rPr>
                        <a:t>13 min 29 s</a:t>
                      </a:r>
                    </a:p>
                  </a:txBody>
                  <a:tcPr marL="91440" marR="91440" marT="45720" marB="45720" anchor="ctr">
                    <a:lnL w="6668">
                      <a:solidFill>
                        <a:srgbClr val="D9DFDF"/>
                      </a:solidFill>
                      <a:prstDash val="solid"/>
                    </a:lnL>
                    <a:lnR w="6668">
                      <a:solidFill>
                        <a:srgbClr val="D9DFDF"/>
                      </a:solidFill>
                      <a:prstDash val="solid"/>
                    </a:lnR>
                    <a:lnB w="6668">
                      <a:solidFill>
                        <a:srgbClr val="D9DFDF"/>
                      </a:solidFill>
                      <a:prstDash val="solid"/>
                    </a:lnB>
                    <a:solidFill>
                      <a:srgbClr val="F6F3EB"/>
                    </a:solidFill>
                  </a:tcPr>
                </a:tc>
                <a:tc>
                  <a:txBody>
                    <a:bodyPr wrap="square" lIns="123825" tIns="123825" rIns="123825" bIns="123825"/>
                    <a:lstStyle/>
                    <a:p>
                      <a:r>
                        <a:rPr sz="1425" b="0">
                          <a:solidFill>
                            <a:srgbClr val="182231"/>
                          </a:solidFill>
                          <a:latin typeface="Arial"/>
                          <a:ea typeface="Arial"/>
                          <a:cs typeface="Arial"/>
                        </a:rPr>
                        <a:t>101.20 s</a:t>
                      </a:r>
                    </a:p>
                  </a:txBody>
                  <a:tcPr marL="91440" marR="91440" marT="45720" marB="45720" anchor="ctr">
                    <a:lnR w="6668">
                      <a:solidFill>
                        <a:srgbClr val="D9DFDF"/>
                      </a:solidFill>
                      <a:prstDash val="solid"/>
                    </a:lnR>
                    <a:lnB w="6668">
                      <a:solidFill>
                        <a:srgbClr val="D9DFDF"/>
                      </a:solidFill>
                      <a:prstDash val="solid"/>
                    </a:lnB>
                    <a:solidFill>
                      <a:srgbClr val="F6F3EB"/>
                    </a:solidFill>
                  </a:tcPr>
                </a:tc>
                <a:tc>
                  <a:txBody>
                    <a:bodyPr wrap="square" lIns="123825" tIns="123825" rIns="123825" bIns="123825"/>
                    <a:lstStyle/>
                    <a:p>
                      <a:r>
                        <a:rPr sz="1425" b="0">
                          <a:solidFill>
                            <a:srgbClr val="182231"/>
                          </a:solidFill>
                          <a:latin typeface="Arial"/>
                          <a:ea typeface="Arial"/>
                          <a:cs typeface="Arial"/>
                        </a:rPr>
                        <a:t>2,750</a:t>
                      </a:r>
                    </a:p>
                  </a:txBody>
                  <a:tcPr marL="91440" marR="91440" marT="45720" marB="45720" anchor="ctr">
                    <a:lnR w="6668">
                      <a:solidFill>
                        <a:srgbClr val="D9DFDF"/>
                      </a:solidFill>
                      <a:prstDash val="solid"/>
                    </a:lnR>
                    <a:lnB w="6668">
                      <a:solidFill>
                        <a:srgbClr val="D9DFDF"/>
                      </a:solidFill>
                      <a:prstDash val="solid"/>
                    </a:lnB>
                    <a:solidFill>
                      <a:srgbClr val="F6F3EB"/>
                    </a:solidFill>
                  </a:tcPr>
                </a:tc>
                <a:tc>
                  <a:txBody>
                    <a:bodyPr wrap="square" lIns="123825" tIns="123825" rIns="123825" bIns="123825"/>
                    <a:lstStyle/>
                    <a:p>
                      <a:r>
                        <a:rPr sz="1425" b="0">
                          <a:solidFill>
                            <a:srgbClr val="182231"/>
                          </a:solidFill>
                          <a:latin typeface="Arial"/>
                          <a:ea typeface="Arial"/>
                          <a:cs typeface="Arial"/>
                        </a:rPr>
                        <a:t>1,341 MiB</a:t>
                      </a:r>
                    </a:p>
                  </a:txBody>
                  <a:tcPr marL="91440" marR="91440" marT="45720" marB="45720" anchor="ctr">
                    <a:lnR w="6668">
                      <a:solidFill>
                        <a:srgbClr val="D9DFDF"/>
                      </a:solidFill>
                      <a:prstDash val="solid"/>
                    </a:lnR>
                    <a:lnB w="6668">
                      <a:solidFill>
                        <a:srgbClr val="D9DFDF"/>
                      </a:solidFill>
                      <a:prstDash val="solid"/>
                    </a:lnB>
                    <a:solidFill>
                      <a:srgbClr val="F6F3EB"/>
                    </a:solidFill>
                  </a:tcPr>
                </a:tc>
              </a:tr>
              <a:tr h="492919">
                <a:tc>
                  <a:txBody>
                    <a:bodyPr wrap="square" lIns="123825" tIns="123825" rIns="123825" bIns="123825"/>
                    <a:lstStyle/>
                    <a:p>
                      <a:r>
                        <a:rPr sz="1425" b="0">
                          <a:solidFill>
                            <a:srgbClr val="182231"/>
                          </a:solidFill>
                          <a:latin typeface="Arial"/>
                          <a:ea typeface="Arial"/>
                          <a:cs typeface="Arial"/>
                        </a:rPr>
                        <a:t>15 min</a:t>
                      </a:r>
                    </a:p>
                  </a:txBody>
                  <a:tcPr marL="91440" marR="91440" marT="45720" marB="45720" anchor="ctr">
                    <a:lnL w="6668">
                      <a:solidFill>
                        <a:srgbClr val="D9DFDF"/>
                      </a:solidFill>
                      <a:prstDash val="solid"/>
                    </a:lnL>
                    <a:lnR w="6668">
                      <a:solidFill>
                        <a:srgbClr val="D9DFDF"/>
                      </a:solidFill>
                      <a:prstDash val="solid"/>
                    </a:lnR>
                    <a:lnB w="6668">
                      <a:solidFill>
                        <a:srgbClr val="D9DFDF"/>
                      </a:solidFill>
                      <a:prstDash val="solid"/>
                    </a:lnB>
                    <a:solidFill>
                      <a:srgbClr val="E9EEEB"/>
                    </a:solidFill>
                  </a:tcPr>
                </a:tc>
                <a:tc>
                  <a:txBody>
                    <a:bodyPr wrap="square" lIns="123825" tIns="123825" rIns="123825" bIns="123825"/>
                    <a:lstStyle/>
                    <a:p>
                      <a:r>
                        <a:rPr sz="1425" b="0">
                          <a:solidFill>
                            <a:srgbClr val="182231"/>
                          </a:solidFill>
                          <a:latin typeface="Arial"/>
                          <a:ea typeface="Arial"/>
                          <a:cs typeface="Arial"/>
                        </a:rPr>
                        <a:t>104.08 s</a:t>
                      </a:r>
                    </a:p>
                  </a:txBody>
                  <a:tcPr marL="91440" marR="91440" marT="45720" marB="45720" anchor="ctr">
                    <a:lnR w="6668">
                      <a:solidFill>
                        <a:srgbClr val="D9DFDF"/>
                      </a:solidFill>
                      <a:prstDash val="solid"/>
                    </a:lnR>
                    <a:lnB w="6668">
                      <a:solidFill>
                        <a:srgbClr val="D9DFDF"/>
                      </a:solidFill>
                      <a:prstDash val="solid"/>
                    </a:lnB>
                    <a:solidFill>
                      <a:srgbClr val="E9EEEB"/>
                    </a:solidFill>
                  </a:tcPr>
                </a:tc>
                <a:tc>
                  <a:txBody>
                    <a:bodyPr wrap="square" lIns="123825" tIns="123825" rIns="123825" bIns="123825"/>
                    <a:lstStyle/>
                    <a:p>
                      <a:r>
                        <a:rPr sz="1425" b="0">
                          <a:solidFill>
                            <a:srgbClr val="182231"/>
                          </a:solidFill>
                          <a:latin typeface="Arial"/>
                          <a:ea typeface="Arial"/>
                          <a:cs typeface="Arial"/>
                        </a:rPr>
                        <a:t>2,131</a:t>
                      </a:r>
                    </a:p>
                  </a:txBody>
                  <a:tcPr marL="91440" marR="91440" marT="45720" marB="45720" anchor="ctr">
                    <a:lnR w="6668">
                      <a:solidFill>
                        <a:srgbClr val="D9DFDF"/>
                      </a:solidFill>
                      <a:prstDash val="solid"/>
                    </a:lnR>
                    <a:lnB w="6668">
                      <a:solidFill>
                        <a:srgbClr val="D9DFDF"/>
                      </a:solidFill>
                      <a:prstDash val="solid"/>
                    </a:lnB>
                    <a:solidFill>
                      <a:srgbClr val="E9EEEB"/>
                    </a:solidFill>
                  </a:tcPr>
                </a:tc>
                <a:tc>
                  <a:txBody>
                    <a:bodyPr wrap="square" lIns="123825" tIns="123825" rIns="123825" bIns="123825"/>
                    <a:lstStyle/>
                    <a:p>
                      <a:r>
                        <a:rPr sz="1425" b="0">
                          <a:solidFill>
                            <a:srgbClr val="182231"/>
                          </a:solidFill>
                          <a:latin typeface="Arial"/>
                          <a:ea typeface="Arial"/>
                          <a:cs typeface="Arial"/>
                        </a:rPr>
                        <a:t>1,309 MiB</a:t>
                      </a:r>
                    </a:p>
                  </a:txBody>
                  <a:tcPr marL="91440" marR="91440" marT="45720" marB="45720" anchor="ctr">
                    <a:lnR w="6668">
                      <a:solidFill>
                        <a:srgbClr val="D9DFDF"/>
                      </a:solidFill>
                      <a:prstDash val="solid"/>
                    </a:lnR>
                    <a:lnB w="6668">
                      <a:solidFill>
                        <a:srgbClr val="D9DFDF"/>
                      </a:solidFill>
                      <a:prstDash val="solid"/>
                    </a:lnB>
                    <a:solidFill>
                      <a:srgbClr val="E9EEEB"/>
                    </a:solidFill>
                  </a:tcPr>
                </a:tc>
              </a:tr>
              <a:tr h="492919">
                <a:tc>
                  <a:txBody>
                    <a:bodyPr wrap="square" lIns="123825" tIns="123825" rIns="123825" bIns="123825"/>
                    <a:lstStyle/>
                    <a:p>
                      <a:r>
                        <a:rPr sz="1425" b="0">
                          <a:solidFill>
                            <a:srgbClr val="182231"/>
                          </a:solidFill>
                          <a:latin typeface="Arial"/>
                          <a:ea typeface="Arial"/>
                          <a:cs typeface="Arial"/>
                        </a:rPr>
                        <a:t>60 min</a:t>
                      </a:r>
                    </a:p>
                  </a:txBody>
                  <a:tcPr marL="91440" marR="91440" marT="45720" marB="45720" anchor="ctr">
                    <a:lnL w="6668">
                      <a:solidFill>
                        <a:srgbClr val="D9DFDF"/>
                      </a:solidFill>
                      <a:prstDash val="solid"/>
                    </a:lnL>
                    <a:lnR w="6668">
                      <a:solidFill>
                        <a:srgbClr val="D9DFDF"/>
                      </a:solidFill>
                      <a:prstDash val="solid"/>
                    </a:lnR>
                    <a:lnB w="6668">
                      <a:solidFill>
                        <a:srgbClr val="D9DFDF"/>
                      </a:solidFill>
                      <a:prstDash val="solid"/>
                    </a:lnB>
                    <a:solidFill>
                      <a:srgbClr val="F6F3EB"/>
                    </a:solidFill>
                  </a:tcPr>
                </a:tc>
                <a:tc>
                  <a:txBody>
                    <a:bodyPr wrap="square" lIns="123825" tIns="123825" rIns="123825" bIns="123825"/>
                    <a:lstStyle/>
                    <a:p>
                      <a:r>
                        <a:rPr sz="1425" b="0">
                          <a:solidFill>
                            <a:srgbClr val="182231"/>
                          </a:solidFill>
                          <a:latin typeface="Arial"/>
                          <a:ea typeface="Arial"/>
                          <a:cs typeface="Arial"/>
                        </a:rPr>
                        <a:t>311.62 s</a:t>
                      </a:r>
                    </a:p>
                  </a:txBody>
                  <a:tcPr marL="91440" marR="91440" marT="45720" marB="45720" anchor="ctr">
                    <a:lnR w="6668">
                      <a:solidFill>
                        <a:srgbClr val="D9DFDF"/>
                      </a:solidFill>
                      <a:prstDash val="solid"/>
                    </a:lnR>
                    <a:lnB w="6668">
                      <a:solidFill>
                        <a:srgbClr val="D9DFDF"/>
                      </a:solidFill>
                      <a:prstDash val="solid"/>
                    </a:lnB>
                    <a:solidFill>
                      <a:srgbClr val="F6F3EB"/>
                    </a:solidFill>
                  </a:tcPr>
                </a:tc>
                <a:tc>
                  <a:txBody>
                    <a:bodyPr wrap="square" lIns="123825" tIns="123825" rIns="123825" bIns="123825"/>
                    <a:lstStyle/>
                    <a:p>
                      <a:r>
                        <a:rPr sz="1425" b="0">
                          <a:solidFill>
                            <a:srgbClr val="182231"/>
                          </a:solidFill>
                          <a:latin typeface="Arial"/>
                          <a:ea typeface="Arial"/>
                          <a:cs typeface="Arial"/>
                        </a:rPr>
                        <a:t>9,224</a:t>
                      </a:r>
                    </a:p>
                  </a:txBody>
                  <a:tcPr marL="91440" marR="91440" marT="45720" marB="45720" anchor="ctr">
                    <a:lnR w="6668">
                      <a:solidFill>
                        <a:srgbClr val="D9DFDF"/>
                      </a:solidFill>
                      <a:prstDash val="solid"/>
                    </a:lnR>
                    <a:lnB w="6668">
                      <a:solidFill>
                        <a:srgbClr val="D9DFDF"/>
                      </a:solidFill>
                      <a:prstDash val="solid"/>
                    </a:lnB>
                    <a:solidFill>
                      <a:srgbClr val="F6F3EB"/>
                    </a:solidFill>
                  </a:tcPr>
                </a:tc>
                <a:tc>
                  <a:txBody>
                    <a:bodyPr wrap="square" lIns="123825" tIns="123825" rIns="123825" bIns="123825"/>
                    <a:lstStyle/>
                    <a:p>
                      <a:r>
                        <a:rPr sz="1425" b="0">
                          <a:solidFill>
                            <a:srgbClr val="182231"/>
                          </a:solidFill>
                          <a:latin typeface="Arial"/>
                          <a:ea typeface="Arial"/>
                          <a:cs typeface="Arial"/>
                        </a:rPr>
                        <a:t>1,397 MiB</a:t>
                      </a:r>
                    </a:p>
                  </a:txBody>
                  <a:tcPr marL="91440" marR="91440" marT="45720" marB="45720" anchor="ctr">
                    <a:lnR w="6668">
                      <a:solidFill>
                        <a:srgbClr val="D9DFDF"/>
                      </a:solidFill>
                      <a:prstDash val="solid"/>
                    </a:lnR>
                    <a:lnB w="6668">
                      <a:solidFill>
                        <a:srgbClr val="D9DFDF"/>
                      </a:solidFill>
                      <a:prstDash val="solid"/>
                    </a:lnB>
                    <a:solidFill>
                      <a:srgbClr val="F6F3EB"/>
                    </a:solidFill>
                  </a:tcPr>
                </a:tc>
              </a:tr>
            </a:tbl>
          </a:graphicData>
        </a:graphic>
      </p:graphicFrame>
      <p:sp>
        <p:nvSpPr>
          <p:cNvPr id="13" name="">
            <a:extLst xmlns:a="http://schemas.openxmlformats.org/drawingml/2006/main">
              <a:ext uri="{FF2B5EF4-FFF2-40B4-BE49-F238E27FC236}">
                <a16:creationId xmlns:a16="http://schemas.microsoft.com/office/drawing/2014/main" id="{80AFF19B-6E2B-42EE-810C-1D405E7BF38E}"/>
              </a:ext>
            </a:extLst>
          </p:cNvPr>
          <p:cNvSpPr>
            <a:spLocks xmlns:a="http://schemas.openxmlformats.org/drawingml/2006/main" noGrp="1"/>
          </p:cNvSpPr>
          <p:nvPr/>
        </p:nvSpPr>
        <p:spPr>
          <a:xfrm xmlns:a="http://schemas.openxmlformats.org/drawingml/2006/main">
            <a:off x="685800" y="5943600"/>
            <a:ext cx="10820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26372"/>
                </a:solidFill>
                <a:latin typeface="Arial"/>
                <a:ea typeface="Arial"/>
                <a:cs typeface="Arial"/>
              </a:defRPr>
            </a:defPPr>
            <a:lvl1pPr algn="l">
              <a:defRPr sz="1200" b="0">
                <a:solidFill>
                  <a:srgbClr val="526372"/>
                </a:solidFill>
                <a:latin typeface="Arial"/>
                <a:ea typeface="Arial"/>
                <a:cs typeface="Arial"/>
              </a:defRPr>
            </a:lvl1pPr>
            <a:lvl2pPr algn="l">
              <a:defRPr sz="1200" b="0">
                <a:solidFill>
                  <a:srgbClr val="526372"/>
                </a:solidFill>
                <a:latin typeface="Arial"/>
                <a:ea typeface="Arial"/>
                <a:cs typeface="Arial"/>
              </a:defRPr>
            </a:lvl2pPr>
            <a:lvl3pPr algn="l">
              <a:defRPr sz="1200" b="0">
                <a:solidFill>
                  <a:srgbClr val="526372"/>
                </a:solidFill>
                <a:latin typeface="Arial"/>
                <a:ea typeface="Arial"/>
                <a:cs typeface="Arial"/>
              </a:defRPr>
            </a:lvl3pPr>
            <a:lvl4pPr algn="l">
              <a:defRPr sz="1200" b="0">
                <a:solidFill>
                  <a:srgbClr val="526372"/>
                </a:solidFill>
                <a:latin typeface="Arial"/>
                <a:ea typeface="Arial"/>
                <a:cs typeface="Arial"/>
              </a:defRPr>
            </a:lvl4pPr>
            <a:lvl5pPr algn="l">
              <a:defRPr sz="1200" b="0">
                <a:solidFill>
                  <a:srgbClr val="526372"/>
                </a:solidFill>
                <a:latin typeface="Arial"/>
                <a:ea typeface="Arial"/>
                <a:cs typeface="Arial"/>
              </a:defRPr>
            </a:lvl5pPr>
            <a:lvl6pPr algn="l">
              <a:defRPr sz="1200" b="0">
                <a:solidFill>
                  <a:srgbClr val="526372"/>
                </a:solidFill>
                <a:latin typeface="Arial"/>
                <a:ea typeface="Arial"/>
                <a:cs typeface="Arial"/>
              </a:defRPr>
            </a:lvl6pPr>
            <a:lvl7pPr algn="l">
              <a:defRPr sz="1200" b="0">
                <a:solidFill>
                  <a:srgbClr val="526372"/>
                </a:solidFill>
                <a:latin typeface="Arial"/>
                <a:ea typeface="Arial"/>
                <a:cs typeface="Arial"/>
              </a:defRPr>
            </a:lvl7pPr>
            <a:lvl8pPr algn="l">
              <a:defRPr sz="1200" b="0">
                <a:solidFill>
                  <a:srgbClr val="526372"/>
                </a:solidFill>
                <a:latin typeface="Arial"/>
                <a:ea typeface="Arial"/>
                <a:cs typeface="Arial"/>
              </a:defRPr>
            </a:lvl8pPr>
            <a:lvl9pPr algn="l">
              <a:defRPr sz="1200" b="0">
                <a:solidFill>
                  <a:srgbClr val="526372"/>
                </a:solidFill>
                <a:latin typeface="Arial"/>
                <a:ea typeface="Arial"/>
                <a:cs typeface="Arial"/>
              </a:defRPr>
            </a:lvl9pPr>
          </a:lstStyle>
          <a:p xmlns:a="http://schemas.openxmlformats.org/drawingml/2006/main">
            <a:pPr algn="l">
              <a:defRPr sz="1200" b="0">
                <a:solidFill>
                  <a:srgbClr val="526372"/>
                </a:solidFill>
                <a:latin typeface="Arial"/>
                <a:ea typeface="Arial"/>
                <a:cs typeface="Arial"/>
              </a:defRPr>
            </a:pPr>
            <a:r>
              <a:rPr sz="1200" b="0">
                <a:solidFill>
                  <a:srgbClr val="526372"/>
                </a:solidFill>
                <a:latin typeface="Arial"/>
                <a:ea typeface="Arial"/>
                <a:cs typeface="Arial"/>
              </a:rPr>
              <a:t>Tests rerun 29 Oct. Long-video evidence: 23 Oct 2026, one CPU workstation. Engineering validation only.</a:t>
            </a:r>
          </a:p>
        </p:txBody>
      </p:sp>
    </p:spTree>
    <p:extLst>
      <p:ext uri="{BB962C8B-B14F-4D97-AF65-F5344CB8AC3E}">
        <p14:creationId xmlns:p14="http://schemas.microsoft.com/office/powerpoint/2010/main" val="635372837"/>
      </p:ext>
    </p:extLst>
  </p:cSld>
</p:sld>
</file>

<file path=ppt/slides/slide10.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2D273AB-17DB-48F2-B58B-759F7632D5C2}"/>
              </a:ext>
            </a:extLst>
          </p:cNvPr>
          <p:cNvSpPr>
            <a:spLocks xmlns:a="http://schemas.openxmlformats.org/drawingml/2006/main" noGrp="1"/>
          </p:cNvSpPr>
          <p:nvPr/>
        </p:nvSpPr>
        <p:spPr>
          <a:xfrm xmlns:a="http://schemas.openxmlformats.org/drawingml/2006/main">
            <a:off x="685800" y="59055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231"/>
                </a:solidFill>
                <a:latin typeface="Arial"/>
                <a:ea typeface="Arial"/>
                <a:cs typeface="Arial"/>
              </a:defRPr>
            </a:defPPr>
            <a:lvl1pPr algn="l">
              <a:defRPr sz="3300" b="1">
                <a:solidFill>
                  <a:srgbClr val="182231"/>
                </a:solidFill>
                <a:latin typeface="Arial"/>
                <a:ea typeface="Arial"/>
                <a:cs typeface="Arial"/>
              </a:defRPr>
            </a:lvl1pPr>
            <a:lvl2pPr algn="l">
              <a:defRPr sz="3300" b="1">
                <a:solidFill>
                  <a:srgbClr val="182231"/>
                </a:solidFill>
                <a:latin typeface="Arial"/>
                <a:ea typeface="Arial"/>
                <a:cs typeface="Arial"/>
              </a:defRPr>
            </a:lvl2pPr>
            <a:lvl3pPr algn="l">
              <a:defRPr sz="3300" b="1">
                <a:solidFill>
                  <a:srgbClr val="182231"/>
                </a:solidFill>
                <a:latin typeface="Arial"/>
                <a:ea typeface="Arial"/>
                <a:cs typeface="Arial"/>
              </a:defRPr>
            </a:lvl3pPr>
            <a:lvl4pPr algn="l">
              <a:defRPr sz="3300" b="1">
                <a:solidFill>
                  <a:srgbClr val="182231"/>
                </a:solidFill>
                <a:latin typeface="Arial"/>
                <a:ea typeface="Arial"/>
                <a:cs typeface="Arial"/>
              </a:defRPr>
            </a:lvl4pPr>
            <a:lvl5pPr algn="l">
              <a:defRPr sz="3300" b="1">
                <a:solidFill>
                  <a:srgbClr val="182231"/>
                </a:solidFill>
                <a:latin typeface="Arial"/>
                <a:ea typeface="Arial"/>
                <a:cs typeface="Arial"/>
              </a:defRPr>
            </a:lvl5pPr>
            <a:lvl6pPr algn="l">
              <a:defRPr sz="3300" b="1">
                <a:solidFill>
                  <a:srgbClr val="182231"/>
                </a:solidFill>
                <a:latin typeface="Arial"/>
                <a:ea typeface="Arial"/>
                <a:cs typeface="Arial"/>
              </a:defRPr>
            </a:lvl6pPr>
            <a:lvl7pPr algn="l">
              <a:defRPr sz="3300" b="1">
                <a:solidFill>
                  <a:srgbClr val="182231"/>
                </a:solidFill>
                <a:latin typeface="Arial"/>
                <a:ea typeface="Arial"/>
                <a:cs typeface="Arial"/>
              </a:defRPr>
            </a:lvl7pPr>
            <a:lvl8pPr algn="l">
              <a:defRPr sz="3300" b="1">
                <a:solidFill>
                  <a:srgbClr val="182231"/>
                </a:solidFill>
                <a:latin typeface="Arial"/>
                <a:ea typeface="Arial"/>
                <a:cs typeface="Arial"/>
              </a:defRPr>
            </a:lvl8pPr>
            <a:lvl9pPr algn="l">
              <a:defRPr sz="3300" b="1">
                <a:solidFill>
                  <a:srgbClr val="182231"/>
                </a:solidFill>
                <a:latin typeface="Arial"/>
                <a:ea typeface="Arial"/>
                <a:cs typeface="Arial"/>
              </a:defRPr>
            </a:lvl9pPr>
          </a:lstStyle>
          <a:p xmlns:a="http://schemas.openxmlformats.org/drawingml/2006/main">
            <a:pPr algn="l">
              <a:defRPr sz="3300" b="1">
                <a:solidFill>
                  <a:srgbClr val="182231"/>
                </a:solidFill>
                <a:latin typeface="Arial"/>
                <a:ea typeface="Arial"/>
                <a:cs typeface="Arial"/>
              </a:defRPr>
            </a:pPr>
            <a:r>
              <a:rPr sz="3300" b="1">
                <a:solidFill>
                  <a:srgbClr val="182231"/>
                </a:solidFill>
                <a:latin typeface="Arial"/>
                <a:ea typeface="Arial"/>
                <a:cs typeface="Arial"/>
              </a:rPr>
              <a:t>A focused validation and business model</a:t>
            </a:r>
          </a:p>
        </p:txBody>
      </p:sp>
      <p:sp>
        <p:nvSpPr>
          <p:cNvPr id="3" name="">
            <a:extLst xmlns:a="http://schemas.openxmlformats.org/drawingml/2006/main">
              <a:ext uri="{FF2B5EF4-FFF2-40B4-BE49-F238E27FC236}">
                <a16:creationId xmlns:a16="http://schemas.microsoft.com/office/drawing/2014/main" id="{25666786-CD79-4348-B0AD-3AF64CEE5EC9}"/>
              </a:ext>
            </a:extLst>
          </p:cNvPr>
          <p:cNvSpPr>
            <a:spLocks xmlns:a="http://schemas.openxmlformats.org/drawingml/2006/main" noGrp="1"/>
          </p:cNvSpPr>
          <p:nvPr/>
        </p:nvSpPr>
        <p:spPr>
          <a:xfrm xmlns:a="http://schemas.openxmlformats.org/drawingml/2006/main">
            <a:off x="685800" y="6324600"/>
            <a:ext cx="10820400" cy="9525"/>
          </a:xfrm>
          <a:prstGeom xmlns:a="http://schemas.openxmlformats.org/drawingml/2006/main" prst="rect">
            <a:avLst/>
          </a:prstGeom>
          <a:solidFill xmlns:a="http://schemas.openxmlformats.org/drawingml/2006/main">
            <a:srgbClr val="D9DFD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4DBF8FF-D796-490D-B401-BA6817644B37}"/>
              </a:ext>
            </a:extLst>
          </p:cNvPr>
          <p:cNvSpPr>
            <a:spLocks xmlns:a="http://schemas.openxmlformats.org/drawingml/2006/main" noGrp="1"/>
          </p:cNvSpPr>
          <p:nvPr/>
        </p:nvSpPr>
        <p:spPr>
          <a:xfrm xmlns:a="http://schemas.openxmlformats.org/drawingml/2006/main">
            <a:off x="685800" y="647700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87783"/>
                </a:solidFill>
                <a:latin typeface="Arial"/>
                <a:ea typeface="Arial"/>
                <a:cs typeface="Arial"/>
              </a:defRPr>
            </a:defPPr>
            <a:lvl1pPr algn="l">
              <a:defRPr sz="1050" b="1">
                <a:solidFill>
                  <a:srgbClr val="687783"/>
                </a:solidFill>
                <a:latin typeface="Arial"/>
                <a:ea typeface="Arial"/>
                <a:cs typeface="Arial"/>
              </a:defRPr>
            </a:lvl1pPr>
            <a:lvl2pPr algn="l">
              <a:defRPr sz="1050" b="1">
                <a:solidFill>
                  <a:srgbClr val="687783"/>
                </a:solidFill>
                <a:latin typeface="Arial"/>
                <a:ea typeface="Arial"/>
                <a:cs typeface="Arial"/>
              </a:defRPr>
            </a:lvl2pPr>
            <a:lvl3pPr algn="l">
              <a:defRPr sz="1050" b="1">
                <a:solidFill>
                  <a:srgbClr val="687783"/>
                </a:solidFill>
                <a:latin typeface="Arial"/>
                <a:ea typeface="Arial"/>
                <a:cs typeface="Arial"/>
              </a:defRPr>
            </a:lvl3pPr>
            <a:lvl4pPr algn="l">
              <a:defRPr sz="1050" b="1">
                <a:solidFill>
                  <a:srgbClr val="687783"/>
                </a:solidFill>
                <a:latin typeface="Arial"/>
                <a:ea typeface="Arial"/>
                <a:cs typeface="Arial"/>
              </a:defRPr>
            </a:lvl4pPr>
            <a:lvl5pPr algn="l">
              <a:defRPr sz="1050" b="1">
                <a:solidFill>
                  <a:srgbClr val="687783"/>
                </a:solidFill>
                <a:latin typeface="Arial"/>
                <a:ea typeface="Arial"/>
                <a:cs typeface="Arial"/>
              </a:defRPr>
            </a:lvl5pPr>
            <a:lvl6pPr algn="l">
              <a:defRPr sz="1050" b="1">
                <a:solidFill>
                  <a:srgbClr val="687783"/>
                </a:solidFill>
                <a:latin typeface="Arial"/>
                <a:ea typeface="Arial"/>
                <a:cs typeface="Arial"/>
              </a:defRPr>
            </a:lvl6pPr>
            <a:lvl7pPr algn="l">
              <a:defRPr sz="1050" b="1">
                <a:solidFill>
                  <a:srgbClr val="687783"/>
                </a:solidFill>
                <a:latin typeface="Arial"/>
                <a:ea typeface="Arial"/>
                <a:cs typeface="Arial"/>
              </a:defRPr>
            </a:lvl7pPr>
            <a:lvl8pPr algn="l">
              <a:defRPr sz="1050" b="1">
                <a:solidFill>
                  <a:srgbClr val="687783"/>
                </a:solidFill>
                <a:latin typeface="Arial"/>
                <a:ea typeface="Arial"/>
                <a:cs typeface="Arial"/>
              </a:defRPr>
            </a:lvl8pPr>
            <a:lvl9pPr algn="l">
              <a:defRPr sz="1050" b="1">
                <a:solidFill>
                  <a:srgbClr val="687783"/>
                </a:solidFill>
                <a:latin typeface="Arial"/>
                <a:ea typeface="Arial"/>
                <a:cs typeface="Arial"/>
              </a:defRPr>
            </a:lvl9pPr>
          </a:lstStyle>
          <a:p xmlns:a="http://schemas.openxmlformats.org/drawingml/2006/main">
            <a:pPr algn="l">
              <a:defRPr sz="1050" b="1">
                <a:solidFill>
                  <a:srgbClr val="687783"/>
                </a:solidFill>
                <a:latin typeface="Arial"/>
                <a:ea typeface="Arial"/>
                <a:cs typeface="Arial"/>
              </a:defRPr>
            </a:pPr>
            <a:r>
              <a:rPr sz="1050" b="1">
                <a:solidFill>
                  <a:srgbClr val="687783"/>
                </a:solidFill>
                <a:latin typeface="Arial"/>
                <a:ea typeface="Arial"/>
                <a:cs typeface="Arial"/>
              </a:rPr>
              <a:t>FRAMECRAFT</a:t>
            </a:r>
          </a:p>
        </p:txBody>
      </p:sp>
      <p:sp>
        <p:nvSpPr>
          <p:cNvPr id="5" name="">
            <a:extLst xmlns:a="http://schemas.openxmlformats.org/drawingml/2006/main">
              <a:ext uri="{FF2B5EF4-FFF2-40B4-BE49-F238E27FC236}">
                <a16:creationId xmlns:a16="http://schemas.microsoft.com/office/drawing/2014/main" id="{0D881917-C0B3-4FB8-B9B2-D9166399790E}"/>
              </a:ext>
            </a:extLst>
          </p:cNvPr>
          <p:cNvSpPr>
            <a:spLocks xmlns:a="http://schemas.openxmlformats.org/drawingml/2006/main" noGrp="1"/>
          </p:cNvSpPr>
          <p:nvPr/>
        </p:nvSpPr>
        <p:spPr>
          <a:xfrm xmlns:a="http://schemas.openxmlformats.org/drawingml/2006/main">
            <a:off x="10953750" y="64770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87783"/>
                </a:solidFill>
                <a:latin typeface="Arial"/>
                <a:ea typeface="Arial"/>
                <a:cs typeface="Arial"/>
              </a:defRPr>
            </a:defPPr>
            <a:lvl1pPr algn="r">
              <a:defRPr sz="1050" b="0">
                <a:solidFill>
                  <a:srgbClr val="687783"/>
                </a:solidFill>
                <a:latin typeface="Arial"/>
                <a:ea typeface="Arial"/>
                <a:cs typeface="Arial"/>
              </a:defRPr>
            </a:lvl1pPr>
            <a:lvl2pPr algn="r">
              <a:defRPr sz="1050" b="0">
                <a:solidFill>
                  <a:srgbClr val="687783"/>
                </a:solidFill>
                <a:latin typeface="Arial"/>
                <a:ea typeface="Arial"/>
                <a:cs typeface="Arial"/>
              </a:defRPr>
            </a:lvl2pPr>
            <a:lvl3pPr algn="r">
              <a:defRPr sz="1050" b="0">
                <a:solidFill>
                  <a:srgbClr val="687783"/>
                </a:solidFill>
                <a:latin typeface="Arial"/>
                <a:ea typeface="Arial"/>
                <a:cs typeface="Arial"/>
              </a:defRPr>
            </a:lvl3pPr>
            <a:lvl4pPr algn="r">
              <a:defRPr sz="1050" b="0">
                <a:solidFill>
                  <a:srgbClr val="687783"/>
                </a:solidFill>
                <a:latin typeface="Arial"/>
                <a:ea typeface="Arial"/>
                <a:cs typeface="Arial"/>
              </a:defRPr>
            </a:lvl4pPr>
            <a:lvl5pPr algn="r">
              <a:defRPr sz="1050" b="0">
                <a:solidFill>
                  <a:srgbClr val="687783"/>
                </a:solidFill>
                <a:latin typeface="Arial"/>
                <a:ea typeface="Arial"/>
                <a:cs typeface="Arial"/>
              </a:defRPr>
            </a:lvl5pPr>
            <a:lvl6pPr algn="r">
              <a:defRPr sz="1050" b="0">
                <a:solidFill>
                  <a:srgbClr val="687783"/>
                </a:solidFill>
                <a:latin typeface="Arial"/>
                <a:ea typeface="Arial"/>
                <a:cs typeface="Arial"/>
              </a:defRPr>
            </a:lvl6pPr>
            <a:lvl7pPr algn="r">
              <a:defRPr sz="1050" b="0">
                <a:solidFill>
                  <a:srgbClr val="687783"/>
                </a:solidFill>
                <a:latin typeface="Arial"/>
                <a:ea typeface="Arial"/>
                <a:cs typeface="Arial"/>
              </a:defRPr>
            </a:lvl7pPr>
            <a:lvl8pPr algn="r">
              <a:defRPr sz="1050" b="0">
                <a:solidFill>
                  <a:srgbClr val="687783"/>
                </a:solidFill>
                <a:latin typeface="Arial"/>
                <a:ea typeface="Arial"/>
                <a:cs typeface="Arial"/>
              </a:defRPr>
            </a:lvl8pPr>
            <a:lvl9pPr algn="r">
              <a:defRPr sz="1050" b="0">
                <a:solidFill>
                  <a:srgbClr val="687783"/>
                </a:solidFill>
                <a:latin typeface="Arial"/>
                <a:ea typeface="Arial"/>
                <a:cs typeface="Arial"/>
              </a:defRPr>
            </a:lvl9pPr>
          </a:lstStyle>
          <a:p xmlns:a="http://schemas.openxmlformats.org/drawingml/2006/main">
            <a:pPr algn="r">
              <a:defRPr sz="1050" b="0">
                <a:solidFill>
                  <a:srgbClr val="687783"/>
                </a:solidFill>
                <a:latin typeface="Arial"/>
                <a:ea typeface="Arial"/>
                <a:cs typeface="Arial"/>
              </a:defRPr>
            </a:pPr>
            <a:r>
              <a:rPr sz="1050" b="0">
                <a:solidFill>
                  <a:srgbClr val="687783"/>
                </a:solidFill>
                <a:latin typeface="Arial"/>
                <a:ea typeface="Arial"/>
                <a:cs typeface="Arial"/>
              </a:rPr>
              <a:t>10</a:t>
            </a:r>
          </a:p>
        </p:txBody>
      </p:sp>
      <p:sp>
        <p:nvSpPr>
          <p:cNvPr id="6" name="">
            <a:extLst xmlns:a="http://schemas.openxmlformats.org/drawingml/2006/main">
              <a:ext uri="{FF2B5EF4-FFF2-40B4-BE49-F238E27FC236}">
                <a16:creationId xmlns:a16="http://schemas.microsoft.com/office/drawing/2014/main" id="{595277C2-86BF-4CC3-B36B-2655F4751348}"/>
              </a:ext>
            </a:extLst>
          </p:cNvPr>
          <p:cNvSpPr>
            <a:spLocks xmlns:a="http://schemas.openxmlformats.org/drawingml/2006/main" noGrp="1"/>
          </p:cNvSpPr>
          <p:nvPr/>
        </p:nvSpPr>
        <p:spPr>
          <a:xfrm xmlns:a="http://schemas.openxmlformats.org/drawingml/2006/main">
            <a:off x="685800" y="1876425"/>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3C7EEB"/>
                </a:solidFill>
                <a:latin typeface="Arial"/>
                <a:ea typeface="Arial"/>
                <a:cs typeface="Arial"/>
              </a:defRPr>
            </a:defPPr>
            <a:lvl1pPr algn="l">
              <a:defRPr sz="1125" b="1">
                <a:solidFill>
                  <a:srgbClr val="3C7EEB"/>
                </a:solidFill>
                <a:latin typeface="Arial"/>
                <a:ea typeface="Arial"/>
                <a:cs typeface="Arial"/>
              </a:defRPr>
            </a:lvl1pPr>
            <a:lvl2pPr algn="l">
              <a:defRPr sz="1125" b="1">
                <a:solidFill>
                  <a:srgbClr val="3C7EEB"/>
                </a:solidFill>
                <a:latin typeface="Arial"/>
                <a:ea typeface="Arial"/>
                <a:cs typeface="Arial"/>
              </a:defRPr>
            </a:lvl2pPr>
            <a:lvl3pPr algn="l">
              <a:defRPr sz="1125" b="1">
                <a:solidFill>
                  <a:srgbClr val="3C7EEB"/>
                </a:solidFill>
                <a:latin typeface="Arial"/>
                <a:ea typeface="Arial"/>
                <a:cs typeface="Arial"/>
              </a:defRPr>
            </a:lvl3pPr>
            <a:lvl4pPr algn="l">
              <a:defRPr sz="1125" b="1">
                <a:solidFill>
                  <a:srgbClr val="3C7EEB"/>
                </a:solidFill>
                <a:latin typeface="Arial"/>
                <a:ea typeface="Arial"/>
                <a:cs typeface="Arial"/>
              </a:defRPr>
            </a:lvl4pPr>
            <a:lvl5pPr algn="l">
              <a:defRPr sz="1125" b="1">
                <a:solidFill>
                  <a:srgbClr val="3C7EEB"/>
                </a:solidFill>
                <a:latin typeface="Arial"/>
                <a:ea typeface="Arial"/>
                <a:cs typeface="Arial"/>
              </a:defRPr>
            </a:lvl5pPr>
            <a:lvl6pPr algn="l">
              <a:defRPr sz="1125" b="1">
                <a:solidFill>
                  <a:srgbClr val="3C7EEB"/>
                </a:solidFill>
                <a:latin typeface="Arial"/>
                <a:ea typeface="Arial"/>
                <a:cs typeface="Arial"/>
              </a:defRPr>
            </a:lvl6pPr>
            <a:lvl7pPr algn="l">
              <a:defRPr sz="1125" b="1">
                <a:solidFill>
                  <a:srgbClr val="3C7EEB"/>
                </a:solidFill>
                <a:latin typeface="Arial"/>
                <a:ea typeface="Arial"/>
                <a:cs typeface="Arial"/>
              </a:defRPr>
            </a:lvl7pPr>
            <a:lvl8pPr algn="l">
              <a:defRPr sz="1125" b="1">
                <a:solidFill>
                  <a:srgbClr val="3C7EEB"/>
                </a:solidFill>
                <a:latin typeface="Arial"/>
                <a:ea typeface="Arial"/>
                <a:cs typeface="Arial"/>
              </a:defRPr>
            </a:lvl8pPr>
            <a:lvl9pPr algn="l">
              <a:defRPr sz="1125" b="1">
                <a:solidFill>
                  <a:srgbClr val="3C7EEB"/>
                </a:solidFill>
                <a:latin typeface="Arial"/>
                <a:ea typeface="Arial"/>
                <a:cs typeface="Arial"/>
              </a:defRPr>
            </a:lvl9pPr>
          </a:lstStyle>
          <a:p xmlns:a="http://schemas.openxmlformats.org/drawingml/2006/main">
            <a:pPr algn="l">
              <a:defRPr sz="1125" b="1">
                <a:solidFill>
                  <a:srgbClr val="3C7EEB"/>
                </a:solidFill>
                <a:latin typeface="Arial"/>
                <a:ea typeface="Arial"/>
                <a:cs typeface="Arial"/>
              </a:defRPr>
            </a:pPr>
            <a:r>
              <a:rPr sz="1125" b="1">
                <a:solidFill>
                  <a:srgbClr val="3C7EEB"/>
                </a:solidFill>
                <a:latin typeface="Arial"/>
                <a:ea typeface="Arial"/>
                <a:cs typeface="Arial"/>
              </a:rPr>
              <a:t>PROPOSED FIRST EXPERIMENT</a:t>
            </a:r>
          </a:p>
        </p:txBody>
      </p:sp>
      <p:sp>
        <p:nvSpPr>
          <p:cNvPr id="7" name="">
            <a:extLst xmlns:a="http://schemas.openxmlformats.org/drawingml/2006/main">
              <a:ext uri="{FF2B5EF4-FFF2-40B4-BE49-F238E27FC236}">
                <a16:creationId xmlns:a16="http://schemas.microsoft.com/office/drawing/2014/main" id="{9D3CCBCF-AACE-4627-9A92-C9FAE532E2D2}"/>
              </a:ext>
            </a:extLst>
          </p:cNvPr>
          <p:cNvSpPr>
            <a:spLocks xmlns:a="http://schemas.openxmlformats.org/drawingml/2006/main" noGrp="1"/>
          </p:cNvSpPr>
          <p:nvPr/>
        </p:nvSpPr>
        <p:spPr>
          <a:xfrm xmlns:a="http://schemas.openxmlformats.org/drawingml/2006/main">
            <a:off x="685800" y="2352675"/>
            <a:ext cx="581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231"/>
                </a:solidFill>
                <a:latin typeface="Arial"/>
                <a:ea typeface="Arial"/>
                <a:cs typeface="Arial"/>
              </a:defRPr>
            </a:defPPr>
            <a:lvl1pPr algn="l">
              <a:defRPr sz="3300" b="1">
                <a:solidFill>
                  <a:srgbClr val="182231"/>
                </a:solidFill>
                <a:latin typeface="Arial"/>
                <a:ea typeface="Arial"/>
                <a:cs typeface="Arial"/>
              </a:defRPr>
            </a:lvl1pPr>
            <a:lvl2pPr algn="l">
              <a:defRPr sz="3300" b="1">
                <a:solidFill>
                  <a:srgbClr val="182231"/>
                </a:solidFill>
                <a:latin typeface="Arial"/>
                <a:ea typeface="Arial"/>
                <a:cs typeface="Arial"/>
              </a:defRPr>
            </a:lvl2pPr>
            <a:lvl3pPr algn="l">
              <a:defRPr sz="3300" b="1">
                <a:solidFill>
                  <a:srgbClr val="182231"/>
                </a:solidFill>
                <a:latin typeface="Arial"/>
                <a:ea typeface="Arial"/>
                <a:cs typeface="Arial"/>
              </a:defRPr>
            </a:lvl3pPr>
            <a:lvl4pPr algn="l">
              <a:defRPr sz="3300" b="1">
                <a:solidFill>
                  <a:srgbClr val="182231"/>
                </a:solidFill>
                <a:latin typeface="Arial"/>
                <a:ea typeface="Arial"/>
                <a:cs typeface="Arial"/>
              </a:defRPr>
            </a:lvl4pPr>
            <a:lvl5pPr algn="l">
              <a:defRPr sz="3300" b="1">
                <a:solidFill>
                  <a:srgbClr val="182231"/>
                </a:solidFill>
                <a:latin typeface="Arial"/>
                <a:ea typeface="Arial"/>
                <a:cs typeface="Arial"/>
              </a:defRPr>
            </a:lvl5pPr>
            <a:lvl6pPr algn="l">
              <a:defRPr sz="3300" b="1">
                <a:solidFill>
                  <a:srgbClr val="182231"/>
                </a:solidFill>
                <a:latin typeface="Arial"/>
                <a:ea typeface="Arial"/>
                <a:cs typeface="Arial"/>
              </a:defRPr>
            </a:lvl6pPr>
            <a:lvl7pPr algn="l">
              <a:defRPr sz="3300" b="1">
                <a:solidFill>
                  <a:srgbClr val="182231"/>
                </a:solidFill>
                <a:latin typeface="Arial"/>
                <a:ea typeface="Arial"/>
                <a:cs typeface="Arial"/>
              </a:defRPr>
            </a:lvl7pPr>
            <a:lvl8pPr algn="l">
              <a:defRPr sz="3300" b="1">
                <a:solidFill>
                  <a:srgbClr val="182231"/>
                </a:solidFill>
                <a:latin typeface="Arial"/>
                <a:ea typeface="Arial"/>
                <a:cs typeface="Arial"/>
              </a:defRPr>
            </a:lvl8pPr>
            <a:lvl9pPr algn="l">
              <a:defRPr sz="3300" b="1">
                <a:solidFill>
                  <a:srgbClr val="182231"/>
                </a:solidFill>
                <a:latin typeface="Arial"/>
                <a:ea typeface="Arial"/>
                <a:cs typeface="Arial"/>
              </a:defRPr>
            </a:lvl9pPr>
          </a:lstStyle>
          <a:p xmlns:a="http://schemas.openxmlformats.org/drawingml/2006/main">
            <a:pPr algn="l">
              <a:defRPr sz="3300" b="1">
                <a:solidFill>
                  <a:srgbClr val="182231"/>
                </a:solidFill>
                <a:latin typeface="Arial"/>
                <a:ea typeface="Arial"/>
                <a:cs typeface="Arial"/>
              </a:defRPr>
            </a:pPr>
            <a:r>
              <a:rPr sz="3300" b="1">
                <a:solidFill>
                  <a:srgbClr val="182231"/>
                </a:solidFill>
                <a:latin typeface="Arial"/>
                <a:ea typeface="Arial"/>
                <a:cs typeface="Arial"/>
              </a:rPr>
              <a:t>5–10 creator trials</a:t>
            </a:r>
          </a:p>
        </p:txBody>
      </p:sp>
      <p:sp>
        <p:nvSpPr>
          <p:cNvPr id="8" name="">
            <a:extLst xmlns:a="http://schemas.openxmlformats.org/drawingml/2006/main">
              <a:ext uri="{FF2B5EF4-FFF2-40B4-BE49-F238E27FC236}">
                <a16:creationId xmlns:a16="http://schemas.microsoft.com/office/drawing/2014/main" id="{95EEF296-6D42-4942-941F-A49266DE253C}"/>
              </a:ext>
            </a:extLst>
          </p:cNvPr>
          <p:cNvSpPr>
            <a:spLocks xmlns:a="http://schemas.openxmlformats.org/drawingml/2006/main" noGrp="1"/>
          </p:cNvSpPr>
          <p:nvPr/>
        </p:nvSpPr>
        <p:spPr>
          <a:xfrm xmlns:a="http://schemas.openxmlformats.org/drawingml/2006/main">
            <a:off x="685800" y="3333750"/>
            <a:ext cx="56673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26372"/>
                </a:solidFill>
                <a:latin typeface="Arial"/>
                <a:ea typeface="Arial"/>
                <a:cs typeface="Arial"/>
              </a:defRPr>
            </a:defPPr>
            <a:lvl1pPr algn="l">
              <a:defRPr sz="2100" b="0">
                <a:solidFill>
                  <a:srgbClr val="526372"/>
                </a:solidFill>
                <a:latin typeface="Arial"/>
                <a:ea typeface="Arial"/>
                <a:cs typeface="Arial"/>
              </a:defRPr>
            </a:lvl1pPr>
            <a:lvl2pPr algn="l">
              <a:defRPr sz="2100" b="0">
                <a:solidFill>
                  <a:srgbClr val="526372"/>
                </a:solidFill>
                <a:latin typeface="Arial"/>
                <a:ea typeface="Arial"/>
                <a:cs typeface="Arial"/>
              </a:defRPr>
            </a:lvl2pPr>
            <a:lvl3pPr algn="l">
              <a:defRPr sz="2100" b="0">
                <a:solidFill>
                  <a:srgbClr val="526372"/>
                </a:solidFill>
                <a:latin typeface="Arial"/>
                <a:ea typeface="Arial"/>
                <a:cs typeface="Arial"/>
              </a:defRPr>
            </a:lvl3pPr>
            <a:lvl4pPr algn="l">
              <a:defRPr sz="2100" b="0">
                <a:solidFill>
                  <a:srgbClr val="526372"/>
                </a:solidFill>
                <a:latin typeface="Arial"/>
                <a:ea typeface="Arial"/>
                <a:cs typeface="Arial"/>
              </a:defRPr>
            </a:lvl4pPr>
            <a:lvl5pPr algn="l">
              <a:defRPr sz="2100" b="0">
                <a:solidFill>
                  <a:srgbClr val="526372"/>
                </a:solidFill>
                <a:latin typeface="Arial"/>
                <a:ea typeface="Arial"/>
                <a:cs typeface="Arial"/>
              </a:defRPr>
            </a:lvl5pPr>
            <a:lvl6pPr algn="l">
              <a:defRPr sz="2100" b="0">
                <a:solidFill>
                  <a:srgbClr val="526372"/>
                </a:solidFill>
                <a:latin typeface="Arial"/>
                <a:ea typeface="Arial"/>
                <a:cs typeface="Arial"/>
              </a:defRPr>
            </a:lvl6pPr>
            <a:lvl7pPr algn="l">
              <a:defRPr sz="2100" b="0">
                <a:solidFill>
                  <a:srgbClr val="526372"/>
                </a:solidFill>
                <a:latin typeface="Arial"/>
                <a:ea typeface="Arial"/>
                <a:cs typeface="Arial"/>
              </a:defRPr>
            </a:lvl7pPr>
            <a:lvl8pPr algn="l">
              <a:defRPr sz="2100" b="0">
                <a:solidFill>
                  <a:srgbClr val="526372"/>
                </a:solidFill>
                <a:latin typeface="Arial"/>
                <a:ea typeface="Arial"/>
                <a:cs typeface="Arial"/>
              </a:defRPr>
            </a:lvl8pPr>
            <a:lvl9pPr algn="l">
              <a:defRPr sz="2100" b="0">
                <a:solidFill>
                  <a:srgbClr val="526372"/>
                </a:solidFill>
                <a:latin typeface="Arial"/>
                <a:ea typeface="Arial"/>
                <a:cs typeface="Arial"/>
              </a:defRPr>
            </a:lvl9pPr>
          </a:lstStyle>
          <a:p xmlns:a="http://schemas.openxmlformats.org/drawingml/2006/main">
            <a:pPr algn="l">
              <a:defRPr sz="2100" b="0">
                <a:solidFill>
                  <a:srgbClr val="526372"/>
                </a:solidFill>
                <a:latin typeface="Arial"/>
                <a:ea typeface="Arial"/>
                <a:cs typeface="Arial"/>
              </a:defRPr>
            </a:pPr>
            <a:r>
              <a:rPr sz="2100" b="0">
                <a:solidFill>
                  <a:srgbClr val="526372"/>
                </a:solidFill>
                <a:latin typeface="Arial"/>
                <a:ea typeface="Arial"/>
                <a:cs typeface="Arial"/>
              </a:rPr>
              <a:t>Use authorized recordings. Review the first batch together. Measure clips kept, editing effort and export reliability.</a:t>
            </a:r>
          </a:p>
        </p:txBody>
      </p:sp>
      <p:sp>
        <p:nvSpPr>
          <p:cNvPr id="9" name="">
            <a:extLst xmlns:a="http://schemas.openxmlformats.org/drawingml/2006/main">
              <a:ext uri="{FF2B5EF4-FFF2-40B4-BE49-F238E27FC236}">
                <a16:creationId xmlns:a16="http://schemas.microsoft.com/office/drawing/2014/main" id="{25F81F6D-8094-4B34-B4E2-98B423965060}"/>
              </a:ext>
            </a:extLst>
          </p:cNvPr>
          <p:cNvSpPr>
            <a:spLocks xmlns:a="http://schemas.openxmlformats.org/drawingml/2006/main" noGrp="1"/>
          </p:cNvSpPr>
          <p:nvPr/>
        </p:nvSpPr>
        <p:spPr>
          <a:xfrm xmlns:a="http://schemas.openxmlformats.org/drawingml/2006/main">
            <a:off x="685800" y="5267325"/>
            <a:ext cx="5667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C7EEB"/>
                </a:solidFill>
                <a:latin typeface="Arial"/>
                <a:ea typeface="Arial"/>
                <a:cs typeface="Arial"/>
              </a:defRPr>
            </a:defPPr>
            <a:lvl1pPr algn="l">
              <a:defRPr sz="1800" b="1">
                <a:solidFill>
                  <a:srgbClr val="3C7EEB"/>
                </a:solidFill>
                <a:latin typeface="Arial"/>
                <a:ea typeface="Arial"/>
                <a:cs typeface="Arial"/>
              </a:defRPr>
            </a:lvl1pPr>
            <a:lvl2pPr algn="l">
              <a:defRPr sz="1800" b="1">
                <a:solidFill>
                  <a:srgbClr val="3C7EEB"/>
                </a:solidFill>
                <a:latin typeface="Arial"/>
                <a:ea typeface="Arial"/>
                <a:cs typeface="Arial"/>
              </a:defRPr>
            </a:lvl2pPr>
            <a:lvl3pPr algn="l">
              <a:defRPr sz="1800" b="1">
                <a:solidFill>
                  <a:srgbClr val="3C7EEB"/>
                </a:solidFill>
                <a:latin typeface="Arial"/>
                <a:ea typeface="Arial"/>
                <a:cs typeface="Arial"/>
              </a:defRPr>
            </a:lvl3pPr>
            <a:lvl4pPr algn="l">
              <a:defRPr sz="1800" b="1">
                <a:solidFill>
                  <a:srgbClr val="3C7EEB"/>
                </a:solidFill>
                <a:latin typeface="Arial"/>
                <a:ea typeface="Arial"/>
                <a:cs typeface="Arial"/>
              </a:defRPr>
            </a:lvl4pPr>
            <a:lvl5pPr algn="l">
              <a:defRPr sz="1800" b="1">
                <a:solidFill>
                  <a:srgbClr val="3C7EEB"/>
                </a:solidFill>
                <a:latin typeface="Arial"/>
                <a:ea typeface="Arial"/>
                <a:cs typeface="Arial"/>
              </a:defRPr>
            </a:lvl5pPr>
            <a:lvl6pPr algn="l">
              <a:defRPr sz="1800" b="1">
                <a:solidFill>
                  <a:srgbClr val="3C7EEB"/>
                </a:solidFill>
                <a:latin typeface="Arial"/>
                <a:ea typeface="Arial"/>
                <a:cs typeface="Arial"/>
              </a:defRPr>
            </a:lvl6pPr>
            <a:lvl7pPr algn="l">
              <a:defRPr sz="1800" b="1">
                <a:solidFill>
                  <a:srgbClr val="3C7EEB"/>
                </a:solidFill>
                <a:latin typeface="Arial"/>
                <a:ea typeface="Arial"/>
                <a:cs typeface="Arial"/>
              </a:defRPr>
            </a:lvl7pPr>
            <a:lvl8pPr algn="l">
              <a:defRPr sz="1800" b="1">
                <a:solidFill>
                  <a:srgbClr val="3C7EEB"/>
                </a:solidFill>
                <a:latin typeface="Arial"/>
                <a:ea typeface="Arial"/>
                <a:cs typeface="Arial"/>
              </a:defRPr>
            </a:lvl8pPr>
            <a:lvl9pPr algn="l">
              <a:defRPr sz="1800" b="1">
                <a:solidFill>
                  <a:srgbClr val="3C7EEB"/>
                </a:solidFill>
                <a:latin typeface="Arial"/>
                <a:ea typeface="Arial"/>
                <a:cs typeface="Arial"/>
              </a:defRPr>
            </a:lvl9pPr>
          </a:lstStyle>
          <a:p xmlns:a="http://schemas.openxmlformats.org/drawingml/2006/main">
            <a:pPr algn="l">
              <a:defRPr sz="1800" b="1">
                <a:solidFill>
                  <a:srgbClr val="3C7EEB"/>
                </a:solidFill>
                <a:latin typeface="Arial"/>
                <a:ea typeface="Arial"/>
                <a:cs typeface="Arial"/>
              </a:defRPr>
            </a:pPr>
            <a:r>
              <a:rPr sz="1800" b="1">
                <a:solidFill>
                  <a:srgbClr val="3C7EEB"/>
                </a:solidFill>
                <a:latin typeface="Arial"/>
                <a:ea typeface="Arial"/>
                <a:cs typeface="Arial"/>
              </a:rPr>
              <a:t>Test willingness to pay before choosing a price.</a:t>
            </a:r>
          </a:p>
        </p:txBody>
      </p:sp>
      <p:sp>
        <p:nvSpPr>
          <p:cNvPr id="10" name="">
            <a:extLst xmlns:a="http://schemas.openxmlformats.org/drawingml/2006/main">
              <a:ext uri="{FF2B5EF4-FFF2-40B4-BE49-F238E27FC236}">
                <a16:creationId xmlns:a16="http://schemas.microsoft.com/office/drawing/2014/main" id="{DB8D5C19-D2C4-4681-8442-54408CB300F2}"/>
              </a:ext>
            </a:extLst>
          </p:cNvPr>
          <p:cNvSpPr>
            <a:spLocks xmlns:a="http://schemas.openxmlformats.org/drawingml/2006/main" noGrp="1"/>
          </p:cNvSpPr>
          <p:nvPr/>
        </p:nvSpPr>
        <p:spPr>
          <a:xfrm xmlns:a="http://schemas.openxmlformats.org/drawingml/2006/main">
            <a:off x="7753350" y="1876425"/>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3C7EEB"/>
                </a:solidFill>
                <a:latin typeface="Arial"/>
                <a:ea typeface="Arial"/>
                <a:cs typeface="Arial"/>
              </a:defRPr>
            </a:defPPr>
            <a:lvl1pPr algn="l">
              <a:defRPr sz="1125" b="1">
                <a:solidFill>
                  <a:srgbClr val="3C7EEB"/>
                </a:solidFill>
                <a:latin typeface="Arial"/>
                <a:ea typeface="Arial"/>
                <a:cs typeface="Arial"/>
              </a:defRPr>
            </a:lvl1pPr>
            <a:lvl2pPr algn="l">
              <a:defRPr sz="1125" b="1">
                <a:solidFill>
                  <a:srgbClr val="3C7EEB"/>
                </a:solidFill>
                <a:latin typeface="Arial"/>
                <a:ea typeface="Arial"/>
                <a:cs typeface="Arial"/>
              </a:defRPr>
            </a:lvl2pPr>
            <a:lvl3pPr algn="l">
              <a:defRPr sz="1125" b="1">
                <a:solidFill>
                  <a:srgbClr val="3C7EEB"/>
                </a:solidFill>
                <a:latin typeface="Arial"/>
                <a:ea typeface="Arial"/>
                <a:cs typeface="Arial"/>
              </a:defRPr>
            </a:lvl3pPr>
            <a:lvl4pPr algn="l">
              <a:defRPr sz="1125" b="1">
                <a:solidFill>
                  <a:srgbClr val="3C7EEB"/>
                </a:solidFill>
                <a:latin typeface="Arial"/>
                <a:ea typeface="Arial"/>
                <a:cs typeface="Arial"/>
              </a:defRPr>
            </a:lvl4pPr>
            <a:lvl5pPr algn="l">
              <a:defRPr sz="1125" b="1">
                <a:solidFill>
                  <a:srgbClr val="3C7EEB"/>
                </a:solidFill>
                <a:latin typeface="Arial"/>
                <a:ea typeface="Arial"/>
                <a:cs typeface="Arial"/>
              </a:defRPr>
            </a:lvl5pPr>
            <a:lvl6pPr algn="l">
              <a:defRPr sz="1125" b="1">
                <a:solidFill>
                  <a:srgbClr val="3C7EEB"/>
                </a:solidFill>
                <a:latin typeface="Arial"/>
                <a:ea typeface="Arial"/>
                <a:cs typeface="Arial"/>
              </a:defRPr>
            </a:lvl6pPr>
            <a:lvl7pPr algn="l">
              <a:defRPr sz="1125" b="1">
                <a:solidFill>
                  <a:srgbClr val="3C7EEB"/>
                </a:solidFill>
                <a:latin typeface="Arial"/>
                <a:ea typeface="Arial"/>
                <a:cs typeface="Arial"/>
              </a:defRPr>
            </a:lvl7pPr>
            <a:lvl8pPr algn="l">
              <a:defRPr sz="1125" b="1">
                <a:solidFill>
                  <a:srgbClr val="3C7EEB"/>
                </a:solidFill>
                <a:latin typeface="Arial"/>
                <a:ea typeface="Arial"/>
                <a:cs typeface="Arial"/>
              </a:defRPr>
            </a:lvl8pPr>
            <a:lvl9pPr algn="l">
              <a:defRPr sz="1125" b="1">
                <a:solidFill>
                  <a:srgbClr val="3C7EEB"/>
                </a:solidFill>
                <a:latin typeface="Arial"/>
                <a:ea typeface="Arial"/>
                <a:cs typeface="Arial"/>
              </a:defRPr>
            </a:lvl9pPr>
          </a:lstStyle>
          <a:p xmlns:a="http://schemas.openxmlformats.org/drawingml/2006/main">
            <a:pPr algn="l">
              <a:defRPr sz="1125" b="1">
                <a:solidFill>
                  <a:srgbClr val="3C7EEB"/>
                </a:solidFill>
                <a:latin typeface="Arial"/>
                <a:ea typeface="Arial"/>
                <a:cs typeface="Arial"/>
              </a:defRPr>
            </a:pPr>
            <a:r>
              <a:rPr sz="1125" b="1">
                <a:solidFill>
                  <a:srgbClr val="3C7EEB"/>
                </a:solidFill>
                <a:latin typeface="Arial"/>
                <a:ea typeface="Arial"/>
                <a:cs typeface="Arial"/>
              </a:rPr>
              <a:t>BUSINESS HYPOTHESES</a:t>
            </a:r>
          </a:p>
        </p:txBody>
      </p:sp>
      <p:sp>
        <p:nvSpPr>
          <p:cNvPr id="11" name="">
            <a:extLst xmlns:a="http://schemas.openxmlformats.org/drawingml/2006/main">
              <a:ext uri="{FF2B5EF4-FFF2-40B4-BE49-F238E27FC236}">
                <a16:creationId xmlns:a16="http://schemas.microsoft.com/office/drawing/2014/main" id="{7BB2B40C-A11A-460E-80C8-D1C54048A173}"/>
              </a:ext>
            </a:extLst>
          </p:cNvPr>
          <p:cNvSpPr>
            <a:spLocks xmlns:a="http://schemas.openxmlformats.org/drawingml/2006/main" noGrp="1"/>
          </p:cNvSpPr>
          <p:nvPr/>
        </p:nvSpPr>
        <p:spPr>
          <a:xfrm xmlns:a="http://schemas.openxmlformats.org/drawingml/2006/main">
            <a:off x="7753350" y="2381250"/>
            <a:ext cx="361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82231"/>
                </a:solidFill>
                <a:latin typeface="Arial"/>
                <a:ea typeface="Arial"/>
                <a:cs typeface="Arial"/>
              </a:defRPr>
            </a:defPPr>
            <a:lvl1pPr algn="l">
              <a:defRPr sz="2175" b="1">
                <a:solidFill>
                  <a:srgbClr val="182231"/>
                </a:solidFill>
                <a:latin typeface="Arial"/>
                <a:ea typeface="Arial"/>
                <a:cs typeface="Arial"/>
              </a:defRPr>
            </a:lvl1pPr>
            <a:lvl2pPr algn="l">
              <a:defRPr sz="2175" b="1">
                <a:solidFill>
                  <a:srgbClr val="182231"/>
                </a:solidFill>
                <a:latin typeface="Arial"/>
                <a:ea typeface="Arial"/>
                <a:cs typeface="Arial"/>
              </a:defRPr>
            </a:lvl2pPr>
            <a:lvl3pPr algn="l">
              <a:defRPr sz="2175" b="1">
                <a:solidFill>
                  <a:srgbClr val="182231"/>
                </a:solidFill>
                <a:latin typeface="Arial"/>
                <a:ea typeface="Arial"/>
                <a:cs typeface="Arial"/>
              </a:defRPr>
            </a:lvl3pPr>
            <a:lvl4pPr algn="l">
              <a:defRPr sz="2175" b="1">
                <a:solidFill>
                  <a:srgbClr val="182231"/>
                </a:solidFill>
                <a:latin typeface="Arial"/>
                <a:ea typeface="Arial"/>
                <a:cs typeface="Arial"/>
              </a:defRPr>
            </a:lvl4pPr>
            <a:lvl5pPr algn="l">
              <a:defRPr sz="2175" b="1">
                <a:solidFill>
                  <a:srgbClr val="182231"/>
                </a:solidFill>
                <a:latin typeface="Arial"/>
                <a:ea typeface="Arial"/>
                <a:cs typeface="Arial"/>
              </a:defRPr>
            </a:lvl5pPr>
            <a:lvl6pPr algn="l">
              <a:defRPr sz="2175" b="1">
                <a:solidFill>
                  <a:srgbClr val="182231"/>
                </a:solidFill>
                <a:latin typeface="Arial"/>
                <a:ea typeface="Arial"/>
                <a:cs typeface="Arial"/>
              </a:defRPr>
            </a:lvl6pPr>
            <a:lvl7pPr algn="l">
              <a:defRPr sz="2175" b="1">
                <a:solidFill>
                  <a:srgbClr val="182231"/>
                </a:solidFill>
                <a:latin typeface="Arial"/>
                <a:ea typeface="Arial"/>
                <a:cs typeface="Arial"/>
              </a:defRPr>
            </a:lvl7pPr>
            <a:lvl8pPr algn="l">
              <a:defRPr sz="2175" b="1">
                <a:solidFill>
                  <a:srgbClr val="182231"/>
                </a:solidFill>
                <a:latin typeface="Arial"/>
                <a:ea typeface="Arial"/>
                <a:cs typeface="Arial"/>
              </a:defRPr>
            </a:lvl8pPr>
            <a:lvl9pPr algn="l">
              <a:defRPr sz="2175" b="1">
                <a:solidFill>
                  <a:srgbClr val="182231"/>
                </a:solidFill>
                <a:latin typeface="Arial"/>
                <a:ea typeface="Arial"/>
                <a:cs typeface="Arial"/>
              </a:defRPr>
            </a:lvl9pPr>
          </a:lstStyle>
          <a:p xmlns:a="http://schemas.openxmlformats.org/drawingml/2006/main">
            <a:pPr algn="l">
              <a:defRPr sz="2175" b="1">
                <a:solidFill>
                  <a:srgbClr val="182231"/>
                </a:solidFill>
                <a:latin typeface="Arial"/>
                <a:ea typeface="Arial"/>
                <a:cs typeface="Arial"/>
              </a:defRPr>
            </a:pPr>
            <a:r>
              <a:rPr sz="2175" b="1">
                <a:solidFill>
                  <a:srgbClr val="182231"/>
                </a:solidFill>
                <a:latin typeface="Arial"/>
                <a:ea typeface="Arial"/>
                <a:cs typeface="Arial"/>
              </a:rPr>
              <a:t>Creator subscription</a:t>
            </a:r>
          </a:p>
        </p:txBody>
      </p:sp>
      <p:sp>
        <p:nvSpPr>
          <p:cNvPr id="12" name="">
            <a:extLst xmlns:a="http://schemas.openxmlformats.org/drawingml/2006/main">
              <a:ext uri="{FF2B5EF4-FFF2-40B4-BE49-F238E27FC236}">
                <a16:creationId xmlns:a16="http://schemas.microsoft.com/office/drawing/2014/main" id="{B8F23EF1-08D2-40E7-AEB3-08D8437E6F2A}"/>
              </a:ext>
            </a:extLst>
          </p:cNvPr>
          <p:cNvSpPr>
            <a:spLocks xmlns:a="http://schemas.openxmlformats.org/drawingml/2006/main" noGrp="1"/>
          </p:cNvSpPr>
          <p:nvPr/>
        </p:nvSpPr>
        <p:spPr>
          <a:xfrm xmlns:a="http://schemas.openxmlformats.org/drawingml/2006/main">
            <a:off x="7753350" y="3114675"/>
            <a:ext cx="361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82231"/>
                </a:solidFill>
                <a:latin typeface="Arial"/>
                <a:ea typeface="Arial"/>
                <a:cs typeface="Arial"/>
              </a:defRPr>
            </a:defPPr>
            <a:lvl1pPr algn="l">
              <a:defRPr sz="2175" b="1">
                <a:solidFill>
                  <a:srgbClr val="182231"/>
                </a:solidFill>
                <a:latin typeface="Arial"/>
                <a:ea typeface="Arial"/>
                <a:cs typeface="Arial"/>
              </a:defRPr>
            </a:lvl1pPr>
            <a:lvl2pPr algn="l">
              <a:defRPr sz="2175" b="1">
                <a:solidFill>
                  <a:srgbClr val="182231"/>
                </a:solidFill>
                <a:latin typeface="Arial"/>
                <a:ea typeface="Arial"/>
                <a:cs typeface="Arial"/>
              </a:defRPr>
            </a:lvl2pPr>
            <a:lvl3pPr algn="l">
              <a:defRPr sz="2175" b="1">
                <a:solidFill>
                  <a:srgbClr val="182231"/>
                </a:solidFill>
                <a:latin typeface="Arial"/>
                <a:ea typeface="Arial"/>
                <a:cs typeface="Arial"/>
              </a:defRPr>
            </a:lvl3pPr>
            <a:lvl4pPr algn="l">
              <a:defRPr sz="2175" b="1">
                <a:solidFill>
                  <a:srgbClr val="182231"/>
                </a:solidFill>
                <a:latin typeface="Arial"/>
                <a:ea typeface="Arial"/>
                <a:cs typeface="Arial"/>
              </a:defRPr>
            </a:lvl4pPr>
            <a:lvl5pPr algn="l">
              <a:defRPr sz="2175" b="1">
                <a:solidFill>
                  <a:srgbClr val="182231"/>
                </a:solidFill>
                <a:latin typeface="Arial"/>
                <a:ea typeface="Arial"/>
                <a:cs typeface="Arial"/>
              </a:defRPr>
            </a:lvl5pPr>
            <a:lvl6pPr algn="l">
              <a:defRPr sz="2175" b="1">
                <a:solidFill>
                  <a:srgbClr val="182231"/>
                </a:solidFill>
                <a:latin typeface="Arial"/>
                <a:ea typeface="Arial"/>
                <a:cs typeface="Arial"/>
              </a:defRPr>
            </a:lvl6pPr>
            <a:lvl7pPr algn="l">
              <a:defRPr sz="2175" b="1">
                <a:solidFill>
                  <a:srgbClr val="182231"/>
                </a:solidFill>
                <a:latin typeface="Arial"/>
                <a:ea typeface="Arial"/>
                <a:cs typeface="Arial"/>
              </a:defRPr>
            </a:lvl7pPr>
            <a:lvl8pPr algn="l">
              <a:defRPr sz="2175" b="1">
                <a:solidFill>
                  <a:srgbClr val="182231"/>
                </a:solidFill>
                <a:latin typeface="Arial"/>
                <a:ea typeface="Arial"/>
                <a:cs typeface="Arial"/>
              </a:defRPr>
            </a:lvl8pPr>
            <a:lvl9pPr algn="l">
              <a:defRPr sz="2175" b="1">
                <a:solidFill>
                  <a:srgbClr val="182231"/>
                </a:solidFill>
                <a:latin typeface="Arial"/>
                <a:ea typeface="Arial"/>
                <a:cs typeface="Arial"/>
              </a:defRPr>
            </a:lvl9pPr>
          </a:lstStyle>
          <a:p xmlns:a="http://schemas.openxmlformats.org/drawingml/2006/main">
            <a:pPr algn="l">
              <a:defRPr sz="2175" b="1">
                <a:solidFill>
                  <a:srgbClr val="182231"/>
                </a:solidFill>
                <a:latin typeface="Arial"/>
                <a:ea typeface="Arial"/>
                <a:cs typeface="Arial"/>
              </a:defRPr>
            </a:pPr>
            <a:r>
              <a:rPr sz="2175" b="1">
                <a:solidFill>
                  <a:srgbClr val="182231"/>
                </a:solidFill>
                <a:latin typeface="Arial"/>
                <a:ea typeface="Arial"/>
                <a:cs typeface="Arial"/>
              </a:rPr>
              <a:t>Usage tier for higher volume</a:t>
            </a:r>
          </a:p>
        </p:txBody>
      </p:sp>
      <p:sp>
        <p:nvSpPr>
          <p:cNvPr id="13" name="">
            <a:extLst xmlns:a="http://schemas.openxmlformats.org/drawingml/2006/main">
              <a:ext uri="{FF2B5EF4-FFF2-40B4-BE49-F238E27FC236}">
                <a16:creationId xmlns:a16="http://schemas.microsoft.com/office/drawing/2014/main" id="{54B0769E-7F11-4494-B561-157C971B2428}"/>
              </a:ext>
            </a:extLst>
          </p:cNvPr>
          <p:cNvSpPr>
            <a:spLocks xmlns:a="http://schemas.openxmlformats.org/drawingml/2006/main" noGrp="1"/>
          </p:cNvSpPr>
          <p:nvPr/>
        </p:nvSpPr>
        <p:spPr>
          <a:xfrm xmlns:a="http://schemas.openxmlformats.org/drawingml/2006/main">
            <a:off x="7753350" y="4067175"/>
            <a:ext cx="3619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82231"/>
                </a:solidFill>
                <a:latin typeface="Arial"/>
                <a:ea typeface="Arial"/>
                <a:cs typeface="Arial"/>
              </a:defRPr>
            </a:defPPr>
            <a:lvl1pPr algn="l">
              <a:defRPr sz="2175" b="1">
                <a:solidFill>
                  <a:srgbClr val="182231"/>
                </a:solidFill>
                <a:latin typeface="Arial"/>
                <a:ea typeface="Arial"/>
                <a:cs typeface="Arial"/>
              </a:defRPr>
            </a:lvl1pPr>
            <a:lvl2pPr algn="l">
              <a:defRPr sz="2175" b="1">
                <a:solidFill>
                  <a:srgbClr val="182231"/>
                </a:solidFill>
                <a:latin typeface="Arial"/>
                <a:ea typeface="Arial"/>
                <a:cs typeface="Arial"/>
              </a:defRPr>
            </a:lvl2pPr>
            <a:lvl3pPr algn="l">
              <a:defRPr sz="2175" b="1">
                <a:solidFill>
                  <a:srgbClr val="182231"/>
                </a:solidFill>
                <a:latin typeface="Arial"/>
                <a:ea typeface="Arial"/>
                <a:cs typeface="Arial"/>
              </a:defRPr>
            </a:lvl3pPr>
            <a:lvl4pPr algn="l">
              <a:defRPr sz="2175" b="1">
                <a:solidFill>
                  <a:srgbClr val="182231"/>
                </a:solidFill>
                <a:latin typeface="Arial"/>
                <a:ea typeface="Arial"/>
                <a:cs typeface="Arial"/>
              </a:defRPr>
            </a:lvl4pPr>
            <a:lvl5pPr algn="l">
              <a:defRPr sz="2175" b="1">
                <a:solidFill>
                  <a:srgbClr val="182231"/>
                </a:solidFill>
                <a:latin typeface="Arial"/>
                <a:ea typeface="Arial"/>
                <a:cs typeface="Arial"/>
              </a:defRPr>
            </a:lvl5pPr>
            <a:lvl6pPr algn="l">
              <a:defRPr sz="2175" b="1">
                <a:solidFill>
                  <a:srgbClr val="182231"/>
                </a:solidFill>
                <a:latin typeface="Arial"/>
                <a:ea typeface="Arial"/>
                <a:cs typeface="Arial"/>
              </a:defRPr>
            </a:lvl6pPr>
            <a:lvl7pPr algn="l">
              <a:defRPr sz="2175" b="1">
                <a:solidFill>
                  <a:srgbClr val="182231"/>
                </a:solidFill>
                <a:latin typeface="Arial"/>
                <a:ea typeface="Arial"/>
                <a:cs typeface="Arial"/>
              </a:defRPr>
            </a:lvl7pPr>
            <a:lvl8pPr algn="l">
              <a:defRPr sz="2175" b="1">
                <a:solidFill>
                  <a:srgbClr val="182231"/>
                </a:solidFill>
                <a:latin typeface="Arial"/>
                <a:ea typeface="Arial"/>
                <a:cs typeface="Arial"/>
              </a:defRPr>
            </a:lvl8pPr>
            <a:lvl9pPr algn="l">
              <a:defRPr sz="2175" b="1">
                <a:solidFill>
                  <a:srgbClr val="182231"/>
                </a:solidFill>
                <a:latin typeface="Arial"/>
                <a:ea typeface="Arial"/>
                <a:cs typeface="Arial"/>
              </a:defRPr>
            </a:lvl9pPr>
          </a:lstStyle>
          <a:p xmlns:a="http://schemas.openxmlformats.org/drawingml/2006/main">
            <a:pPr algn="l">
              <a:defRPr sz="2175" b="1">
                <a:solidFill>
                  <a:srgbClr val="182231"/>
                </a:solidFill>
                <a:latin typeface="Arial"/>
                <a:ea typeface="Arial"/>
                <a:cs typeface="Arial"/>
              </a:defRPr>
            </a:pPr>
            <a:r>
              <a:rPr sz="2175" b="1">
                <a:solidFill>
                  <a:srgbClr val="182231"/>
                </a:solidFill>
                <a:latin typeface="Arial"/>
                <a:ea typeface="Arial"/>
                <a:cs typeface="Arial"/>
              </a:rPr>
              <a:t>Professional editing controls</a:t>
            </a:r>
          </a:p>
        </p:txBody>
      </p:sp>
      <p:sp>
        <p:nvSpPr>
          <p:cNvPr id="14" name="">
            <a:extLst xmlns:a="http://schemas.openxmlformats.org/drawingml/2006/main">
              <a:ext uri="{FF2B5EF4-FFF2-40B4-BE49-F238E27FC236}">
                <a16:creationId xmlns:a16="http://schemas.microsoft.com/office/drawing/2014/main" id="{DFC5CEEA-26AA-4F13-858B-113F48DF4074}"/>
              </a:ext>
            </a:extLst>
          </p:cNvPr>
          <p:cNvSpPr>
            <a:spLocks xmlns:a="http://schemas.openxmlformats.org/drawingml/2006/main" noGrp="1"/>
          </p:cNvSpPr>
          <p:nvPr/>
        </p:nvSpPr>
        <p:spPr>
          <a:xfrm xmlns:a="http://schemas.openxmlformats.org/drawingml/2006/main">
            <a:off x="7753350" y="5334000"/>
            <a:ext cx="361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372"/>
                </a:solidFill>
                <a:latin typeface="Arial"/>
                <a:ea typeface="Arial"/>
                <a:cs typeface="Arial"/>
              </a:defRPr>
            </a:defPPr>
            <a:lvl1pPr algn="l">
              <a:defRPr sz="1575" b="0">
                <a:solidFill>
                  <a:srgbClr val="526372"/>
                </a:solidFill>
                <a:latin typeface="Arial"/>
                <a:ea typeface="Arial"/>
                <a:cs typeface="Arial"/>
              </a:defRPr>
            </a:lvl1pPr>
            <a:lvl2pPr algn="l">
              <a:defRPr sz="1575" b="0">
                <a:solidFill>
                  <a:srgbClr val="526372"/>
                </a:solidFill>
                <a:latin typeface="Arial"/>
                <a:ea typeface="Arial"/>
                <a:cs typeface="Arial"/>
              </a:defRPr>
            </a:lvl2pPr>
            <a:lvl3pPr algn="l">
              <a:defRPr sz="1575" b="0">
                <a:solidFill>
                  <a:srgbClr val="526372"/>
                </a:solidFill>
                <a:latin typeface="Arial"/>
                <a:ea typeface="Arial"/>
                <a:cs typeface="Arial"/>
              </a:defRPr>
            </a:lvl3pPr>
            <a:lvl4pPr algn="l">
              <a:defRPr sz="1575" b="0">
                <a:solidFill>
                  <a:srgbClr val="526372"/>
                </a:solidFill>
                <a:latin typeface="Arial"/>
                <a:ea typeface="Arial"/>
                <a:cs typeface="Arial"/>
              </a:defRPr>
            </a:lvl4pPr>
            <a:lvl5pPr algn="l">
              <a:defRPr sz="1575" b="0">
                <a:solidFill>
                  <a:srgbClr val="526372"/>
                </a:solidFill>
                <a:latin typeface="Arial"/>
                <a:ea typeface="Arial"/>
                <a:cs typeface="Arial"/>
              </a:defRPr>
            </a:lvl5pPr>
            <a:lvl6pPr algn="l">
              <a:defRPr sz="1575" b="0">
                <a:solidFill>
                  <a:srgbClr val="526372"/>
                </a:solidFill>
                <a:latin typeface="Arial"/>
                <a:ea typeface="Arial"/>
                <a:cs typeface="Arial"/>
              </a:defRPr>
            </a:lvl6pPr>
            <a:lvl7pPr algn="l">
              <a:defRPr sz="1575" b="0">
                <a:solidFill>
                  <a:srgbClr val="526372"/>
                </a:solidFill>
                <a:latin typeface="Arial"/>
                <a:ea typeface="Arial"/>
                <a:cs typeface="Arial"/>
              </a:defRPr>
            </a:lvl7pPr>
            <a:lvl8pPr algn="l">
              <a:defRPr sz="1575" b="0">
                <a:solidFill>
                  <a:srgbClr val="526372"/>
                </a:solidFill>
                <a:latin typeface="Arial"/>
                <a:ea typeface="Arial"/>
                <a:cs typeface="Arial"/>
              </a:defRPr>
            </a:lvl8pPr>
            <a:lvl9pPr algn="l">
              <a:defRPr sz="1575" b="0">
                <a:solidFill>
                  <a:srgbClr val="526372"/>
                </a:solidFill>
                <a:latin typeface="Arial"/>
                <a:ea typeface="Arial"/>
                <a:cs typeface="Arial"/>
              </a:defRPr>
            </a:lvl9pPr>
          </a:lstStyle>
          <a:p xmlns:a="http://schemas.openxmlformats.org/drawingml/2006/main">
            <a:pPr algn="l">
              <a:defRPr sz="1575" b="0">
                <a:solidFill>
                  <a:srgbClr val="526372"/>
                </a:solidFill>
                <a:latin typeface="Arial"/>
                <a:ea typeface="Arial"/>
                <a:cs typeface="Arial"/>
              </a:defRPr>
            </a:pPr>
            <a:r>
              <a:rPr sz="1575" b="0">
                <a:solidFill>
                  <a:srgbClr val="526372"/>
                </a:solidFill>
                <a:latin typeface="Arial"/>
                <a:ea typeface="Arial"/>
                <a:cs typeface="Arial"/>
              </a:rPr>
              <a:t>Demand, pricing and unit economics remain unvalidated.</a:t>
            </a:r>
          </a:p>
        </p:txBody>
      </p:sp>
    </p:spTree>
    <p:extLst>
      <p:ext uri="{BB962C8B-B14F-4D97-AF65-F5344CB8AC3E}">
        <p14:creationId xmlns:p14="http://schemas.microsoft.com/office/powerpoint/2010/main" val="1097799455"/>
      </p:ext>
    </p:extLst>
  </p:cSld>
</p:sld>
</file>

<file path=ppt/slides/slide11.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98A34DD-1AD2-4169-B47A-F4EBBFB3BDA8}"/>
              </a:ext>
            </a:extLst>
          </p:cNvPr>
          <p:cNvSpPr>
            <a:spLocks xmlns:a="http://schemas.openxmlformats.org/drawingml/2006/main" noGrp="1"/>
          </p:cNvSpPr>
          <p:nvPr/>
        </p:nvSpPr>
        <p:spPr>
          <a:xfrm xmlns:a="http://schemas.openxmlformats.org/drawingml/2006/main">
            <a:off x="685800" y="59055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231"/>
                </a:solidFill>
                <a:latin typeface="Arial"/>
                <a:ea typeface="Arial"/>
                <a:cs typeface="Arial"/>
              </a:defRPr>
            </a:defPPr>
            <a:lvl1pPr algn="l">
              <a:defRPr sz="3300" b="1">
                <a:solidFill>
                  <a:srgbClr val="182231"/>
                </a:solidFill>
                <a:latin typeface="Arial"/>
                <a:ea typeface="Arial"/>
                <a:cs typeface="Arial"/>
              </a:defRPr>
            </a:lvl1pPr>
            <a:lvl2pPr algn="l">
              <a:defRPr sz="3300" b="1">
                <a:solidFill>
                  <a:srgbClr val="182231"/>
                </a:solidFill>
                <a:latin typeface="Arial"/>
                <a:ea typeface="Arial"/>
                <a:cs typeface="Arial"/>
              </a:defRPr>
            </a:lvl2pPr>
            <a:lvl3pPr algn="l">
              <a:defRPr sz="3300" b="1">
                <a:solidFill>
                  <a:srgbClr val="182231"/>
                </a:solidFill>
                <a:latin typeface="Arial"/>
                <a:ea typeface="Arial"/>
                <a:cs typeface="Arial"/>
              </a:defRPr>
            </a:lvl3pPr>
            <a:lvl4pPr algn="l">
              <a:defRPr sz="3300" b="1">
                <a:solidFill>
                  <a:srgbClr val="182231"/>
                </a:solidFill>
                <a:latin typeface="Arial"/>
                <a:ea typeface="Arial"/>
                <a:cs typeface="Arial"/>
              </a:defRPr>
            </a:lvl4pPr>
            <a:lvl5pPr algn="l">
              <a:defRPr sz="3300" b="1">
                <a:solidFill>
                  <a:srgbClr val="182231"/>
                </a:solidFill>
                <a:latin typeface="Arial"/>
                <a:ea typeface="Arial"/>
                <a:cs typeface="Arial"/>
              </a:defRPr>
            </a:lvl5pPr>
            <a:lvl6pPr algn="l">
              <a:defRPr sz="3300" b="1">
                <a:solidFill>
                  <a:srgbClr val="182231"/>
                </a:solidFill>
                <a:latin typeface="Arial"/>
                <a:ea typeface="Arial"/>
                <a:cs typeface="Arial"/>
              </a:defRPr>
            </a:lvl6pPr>
            <a:lvl7pPr algn="l">
              <a:defRPr sz="3300" b="1">
                <a:solidFill>
                  <a:srgbClr val="182231"/>
                </a:solidFill>
                <a:latin typeface="Arial"/>
                <a:ea typeface="Arial"/>
                <a:cs typeface="Arial"/>
              </a:defRPr>
            </a:lvl7pPr>
            <a:lvl8pPr algn="l">
              <a:defRPr sz="3300" b="1">
                <a:solidFill>
                  <a:srgbClr val="182231"/>
                </a:solidFill>
                <a:latin typeface="Arial"/>
                <a:ea typeface="Arial"/>
                <a:cs typeface="Arial"/>
              </a:defRPr>
            </a:lvl8pPr>
            <a:lvl9pPr algn="l">
              <a:defRPr sz="3300" b="1">
                <a:solidFill>
                  <a:srgbClr val="182231"/>
                </a:solidFill>
                <a:latin typeface="Arial"/>
                <a:ea typeface="Arial"/>
                <a:cs typeface="Arial"/>
              </a:defRPr>
            </a:lvl9pPr>
          </a:lstStyle>
          <a:p xmlns:a="http://schemas.openxmlformats.org/drawingml/2006/main">
            <a:pPr algn="l">
              <a:defRPr sz="3300" b="1">
                <a:solidFill>
                  <a:srgbClr val="182231"/>
                </a:solidFill>
                <a:latin typeface="Arial"/>
                <a:ea typeface="Arial"/>
                <a:cs typeface="Arial"/>
              </a:defRPr>
            </a:pPr>
            <a:r>
              <a:rPr sz="3300" b="1">
                <a:solidFill>
                  <a:srgbClr val="182231"/>
                </a:solidFill>
                <a:latin typeface="Arial"/>
                <a:ea typeface="Arial"/>
                <a:cs typeface="Arial"/>
              </a:rPr>
              <a:t>The next milestones have clear evidence gates</a:t>
            </a:r>
          </a:p>
        </p:txBody>
      </p:sp>
      <p:sp>
        <p:nvSpPr>
          <p:cNvPr id="3" name="">
            <a:extLst xmlns:a="http://schemas.openxmlformats.org/drawingml/2006/main">
              <a:ext uri="{FF2B5EF4-FFF2-40B4-BE49-F238E27FC236}">
                <a16:creationId xmlns:a16="http://schemas.microsoft.com/office/drawing/2014/main" id="{552EC1DF-0FC2-416D-B30A-CD122D1597EF}"/>
              </a:ext>
            </a:extLst>
          </p:cNvPr>
          <p:cNvSpPr>
            <a:spLocks xmlns:a="http://schemas.openxmlformats.org/drawingml/2006/main" noGrp="1"/>
          </p:cNvSpPr>
          <p:nvPr/>
        </p:nvSpPr>
        <p:spPr>
          <a:xfrm xmlns:a="http://schemas.openxmlformats.org/drawingml/2006/main">
            <a:off x="685800" y="6324600"/>
            <a:ext cx="10820400" cy="9525"/>
          </a:xfrm>
          <a:prstGeom xmlns:a="http://schemas.openxmlformats.org/drawingml/2006/main" prst="rect">
            <a:avLst/>
          </a:prstGeom>
          <a:solidFill xmlns:a="http://schemas.openxmlformats.org/drawingml/2006/main">
            <a:srgbClr val="D9DFD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7B8FE58-34F6-4101-9AEC-982198B448D9}"/>
              </a:ext>
            </a:extLst>
          </p:cNvPr>
          <p:cNvSpPr>
            <a:spLocks xmlns:a="http://schemas.openxmlformats.org/drawingml/2006/main" noGrp="1"/>
          </p:cNvSpPr>
          <p:nvPr/>
        </p:nvSpPr>
        <p:spPr>
          <a:xfrm xmlns:a="http://schemas.openxmlformats.org/drawingml/2006/main">
            <a:off x="685800" y="647700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687783"/>
                </a:solidFill>
                <a:latin typeface="Arial"/>
                <a:ea typeface="Arial"/>
                <a:cs typeface="Arial"/>
              </a:defRPr>
            </a:defPPr>
            <a:lvl1pPr algn="l">
              <a:defRPr sz="1050" b="1">
                <a:solidFill>
                  <a:srgbClr val="687783"/>
                </a:solidFill>
                <a:latin typeface="Arial"/>
                <a:ea typeface="Arial"/>
                <a:cs typeface="Arial"/>
              </a:defRPr>
            </a:lvl1pPr>
            <a:lvl2pPr algn="l">
              <a:defRPr sz="1050" b="1">
                <a:solidFill>
                  <a:srgbClr val="687783"/>
                </a:solidFill>
                <a:latin typeface="Arial"/>
                <a:ea typeface="Arial"/>
                <a:cs typeface="Arial"/>
              </a:defRPr>
            </a:lvl2pPr>
            <a:lvl3pPr algn="l">
              <a:defRPr sz="1050" b="1">
                <a:solidFill>
                  <a:srgbClr val="687783"/>
                </a:solidFill>
                <a:latin typeface="Arial"/>
                <a:ea typeface="Arial"/>
                <a:cs typeface="Arial"/>
              </a:defRPr>
            </a:lvl3pPr>
            <a:lvl4pPr algn="l">
              <a:defRPr sz="1050" b="1">
                <a:solidFill>
                  <a:srgbClr val="687783"/>
                </a:solidFill>
                <a:latin typeface="Arial"/>
                <a:ea typeface="Arial"/>
                <a:cs typeface="Arial"/>
              </a:defRPr>
            </a:lvl4pPr>
            <a:lvl5pPr algn="l">
              <a:defRPr sz="1050" b="1">
                <a:solidFill>
                  <a:srgbClr val="687783"/>
                </a:solidFill>
                <a:latin typeface="Arial"/>
                <a:ea typeface="Arial"/>
                <a:cs typeface="Arial"/>
              </a:defRPr>
            </a:lvl5pPr>
            <a:lvl6pPr algn="l">
              <a:defRPr sz="1050" b="1">
                <a:solidFill>
                  <a:srgbClr val="687783"/>
                </a:solidFill>
                <a:latin typeface="Arial"/>
                <a:ea typeface="Arial"/>
                <a:cs typeface="Arial"/>
              </a:defRPr>
            </a:lvl6pPr>
            <a:lvl7pPr algn="l">
              <a:defRPr sz="1050" b="1">
                <a:solidFill>
                  <a:srgbClr val="687783"/>
                </a:solidFill>
                <a:latin typeface="Arial"/>
                <a:ea typeface="Arial"/>
                <a:cs typeface="Arial"/>
              </a:defRPr>
            </a:lvl7pPr>
            <a:lvl8pPr algn="l">
              <a:defRPr sz="1050" b="1">
                <a:solidFill>
                  <a:srgbClr val="687783"/>
                </a:solidFill>
                <a:latin typeface="Arial"/>
                <a:ea typeface="Arial"/>
                <a:cs typeface="Arial"/>
              </a:defRPr>
            </a:lvl8pPr>
            <a:lvl9pPr algn="l">
              <a:defRPr sz="1050" b="1">
                <a:solidFill>
                  <a:srgbClr val="687783"/>
                </a:solidFill>
                <a:latin typeface="Arial"/>
                <a:ea typeface="Arial"/>
                <a:cs typeface="Arial"/>
              </a:defRPr>
            </a:lvl9pPr>
          </a:lstStyle>
          <a:p xmlns:a="http://schemas.openxmlformats.org/drawingml/2006/main">
            <a:pPr algn="l">
              <a:defRPr sz="1050" b="1">
                <a:solidFill>
                  <a:srgbClr val="687783"/>
                </a:solidFill>
                <a:latin typeface="Arial"/>
                <a:ea typeface="Arial"/>
                <a:cs typeface="Arial"/>
              </a:defRPr>
            </a:pPr>
            <a:r>
              <a:rPr sz="1050" b="1">
                <a:solidFill>
                  <a:srgbClr val="687783"/>
                </a:solidFill>
                <a:latin typeface="Arial"/>
                <a:ea typeface="Arial"/>
                <a:cs typeface="Arial"/>
              </a:rPr>
              <a:t>FRAMECRAFT</a:t>
            </a:r>
          </a:p>
        </p:txBody>
      </p:sp>
      <p:sp>
        <p:nvSpPr>
          <p:cNvPr id="5" name="">
            <a:extLst xmlns:a="http://schemas.openxmlformats.org/drawingml/2006/main">
              <a:ext uri="{FF2B5EF4-FFF2-40B4-BE49-F238E27FC236}">
                <a16:creationId xmlns:a16="http://schemas.microsoft.com/office/drawing/2014/main" id="{19889727-C1C9-4341-B8DD-781364EABBF7}"/>
              </a:ext>
            </a:extLst>
          </p:cNvPr>
          <p:cNvSpPr>
            <a:spLocks xmlns:a="http://schemas.openxmlformats.org/drawingml/2006/main" noGrp="1"/>
          </p:cNvSpPr>
          <p:nvPr/>
        </p:nvSpPr>
        <p:spPr>
          <a:xfrm xmlns:a="http://schemas.openxmlformats.org/drawingml/2006/main">
            <a:off x="10953750" y="64770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87783"/>
                </a:solidFill>
                <a:latin typeface="Arial"/>
                <a:ea typeface="Arial"/>
                <a:cs typeface="Arial"/>
              </a:defRPr>
            </a:defPPr>
            <a:lvl1pPr algn="r">
              <a:defRPr sz="1050" b="0">
                <a:solidFill>
                  <a:srgbClr val="687783"/>
                </a:solidFill>
                <a:latin typeface="Arial"/>
                <a:ea typeface="Arial"/>
                <a:cs typeface="Arial"/>
              </a:defRPr>
            </a:lvl1pPr>
            <a:lvl2pPr algn="r">
              <a:defRPr sz="1050" b="0">
                <a:solidFill>
                  <a:srgbClr val="687783"/>
                </a:solidFill>
                <a:latin typeface="Arial"/>
                <a:ea typeface="Arial"/>
                <a:cs typeface="Arial"/>
              </a:defRPr>
            </a:lvl2pPr>
            <a:lvl3pPr algn="r">
              <a:defRPr sz="1050" b="0">
                <a:solidFill>
                  <a:srgbClr val="687783"/>
                </a:solidFill>
                <a:latin typeface="Arial"/>
                <a:ea typeface="Arial"/>
                <a:cs typeface="Arial"/>
              </a:defRPr>
            </a:lvl3pPr>
            <a:lvl4pPr algn="r">
              <a:defRPr sz="1050" b="0">
                <a:solidFill>
                  <a:srgbClr val="687783"/>
                </a:solidFill>
                <a:latin typeface="Arial"/>
                <a:ea typeface="Arial"/>
                <a:cs typeface="Arial"/>
              </a:defRPr>
            </a:lvl4pPr>
            <a:lvl5pPr algn="r">
              <a:defRPr sz="1050" b="0">
                <a:solidFill>
                  <a:srgbClr val="687783"/>
                </a:solidFill>
                <a:latin typeface="Arial"/>
                <a:ea typeface="Arial"/>
                <a:cs typeface="Arial"/>
              </a:defRPr>
            </a:lvl5pPr>
            <a:lvl6pPr algn="r">
              <a:defRPr sz="1050" b="0">
                <a:solidFill>
                  <a:srgbClr val="687783"/>
                </a:solidFill>
                <a:latin typeface="Arial"/>
                <a:ea typeface="Arial"/>
                <a:cs typeface="Arial"/>
              </a:defRPr>
            </a:lvl6pPr>
            <a:lvl7pPr algn="r">
              <a:defRPr sz="1050" b="0">
                <a:solidFill>
                  <a:srgbClr val="687783"/>
                </a:solidFill>
                <a:latin typeface="Arial"/>
                <a:ea typeface="Arial"/>
                <a:cs typeface="Arial"/>
              </a:defRPr>
            </a:lvl7pPr>
            <a:lvl8pPr algn="r">
              <a:defRPr sz="1050" b="0">
                <a:solidFill>
                  <a:srgbClr val="687783"/>
                </a:solidFill>
                <a:latin typeface="Arial"/>
                <a:ea typeface="Arial"/>
                <a:cs typeface="Arial"/>
              </a:defRPr>
            </a:lvl8pPr>
            <a:lvl9pPr algn="r">
              <a:defRPr sz="1050" b="0">
                <a:solidFill>
                  <a:srgbClr val="687783"/>
                </a:solidFill>
                <a:latin typeface="Arial"/>
                <a:ea typeface="Arial"/>
                <a:cs typeface="Arial"/>
              </a:defRPr>
            </a:lvl9pPr>
          </a:lstStyle>
          <a:p xmlns:a="http://schemas.openxmlformats.org/drawingml/2006/main">
            <a:pPr algn="r">
              <a:defRPr sz="1050" b="0">
                <a:solidFill>
                  <a:srgbClr val="687783"/>
                </a:solidFill>
                <a:latin typeface="Arial"/>
                <a:ea typeface="Arial"/>
                <a:cs typeface="Arial"/>
              </a:defRPr>
            </a:pPr>
            <a:r>
              <a:rPr sz="1050" b="0">
                <a:solidFill>
                  <a:srgbClr val="687783"/>
                </a:solidFill>
                <a:latin typeface="Arial"/>
                <a:ea typeface="Arial"/>
                <a:cs typeface="Arial"/>
              </a:rPr>
              <a:t>11</a:t>
            </a:r>
          </a:p>
        </p:txBody>
      </p:sp>
      <p:sp>
        <p:nvSpPr>
          <p:cNvPr id="6" name="">
            <a:extLst xmlns:a="http://schemas.openxmlformats.org/drawingml/2006/main">
              <a:ext uri="{FF2B5EF4-FFF2-40B4-BE49-F238E27FC236}">
                <a16:creationId xmlns:a16="http://schemas.microsoft.com/office/drawing/2014/main" id="{45D6D57F-D832-4C6F-A68C-8C383A3EECDF}"/>
              </a:ext>
            </a:extLst>
          </p:cNvPr>
          <p:cNvSpPr>
            <a:spLocks xmlns:a="http://schemas.openxmlformats.org/drawingml/2006/main" noGrp="1"/>
          </p:cNvSpPr>
          <p:nvPr/>
        </p:nvSpPr>
        <p:spPr>
          <a:xfrm xmlns:a="http://schemas.openxmlformats.org/drawingml/2006/main">
            <a:off x="685800" y="213360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3C7EEB"/>
                </a:solidFill>
                <a:latin typeface="Arial"/>
                <a:ea typeface="Arial"/>
                <a:cs typeface="Arial"/>
              </a:defRPr>
            </a:defPPr>
            <a:lvl1pPr algn="l">
              <a:defRPr sz="1125" b="1">
                <a:solidFill>
                  <a:srgbClr val="3C7EEB"/>
                </a:solidFill>
                <a:latin typeface="Arial"/>
                <a:ea typeface="Arial"/>
                <a:cs typeface="Arial"/>
              </a:defRPr>
            </a:lvl1pPr>
            <a:lvl2pPr algn="l">
              <a:defRPr sz="1125" b="1">
                <a:solidFill>
                  <a:srgbClr val="3C7EEB"/>
                </a:solidFill>
                <a:latin typeface="Arial"/>
                <a:ea typeface="Arial"/>
                <a:cs typeface="Arial"/>
              </a:defRPr>
            </a:lvl2pPr>
            <a:lvl3pPr algn="l">
              <a:defRPr sz="1125" b="1">
                <a:solidFill>
                  <a:srgbClr val="3C7EEB"/>
                </a:solidFill>
                <a:latin typeface="Arial"/>
                <a:ea typeface="Arial"/>
                <a:cs typeface="Arial"/>
              </a:defRPr>
            </a:lvl3pPr>
            <a:lvl4pPr algn="l">
              <a:defRPr sz="1125" b="1">
                <a:solidFill>
                  <a:srgbClr val="3C7EEB"/>
                </a:solidFill>
                <a:latin typeface="Arial"/>
                <a:ea typeface="Arial"/>
                <a:cs typeface="Arial"/>
              </a:defRPr>
            </a:lvl4pPr>
            <a:lvl5pPr algn="l">
              <a:defRPr sz="1125" b="1">
                <a:solidFill>
                  <a:srgbClr val="3C7EEB"/>
                </a:solidFill>
                <a:latin typeface="Arial"/>
                <a:ea typeface="Arial"/>
                <a:cs typeface="Arial"/>
              </a:defRPr>
            </a:lvl5pPr>
            <a:lvl6pPr algn="l">
              <a:defRPr sz="1125" b="1">
                <a:solidFill>
                  <a:srgbClr val="3C7EEB"/>
                </a:solidFill>
                <a:latin typeface="Arial"/>
                <a:ea typeface="Arial"/>
                <a:cs typeface="Arial"/>
              </a:defRPr>
            </a:lvl6pPr>
            <a:lvl7pPr algn="l">
              <a:defRPr sz="1125" b="1">
                <a:solidFill>
                  <a:srgbClr val="3C7EEB"/>
                </a:solidFill>
                <a:latin typeface="Arial"/>
                <a:ea typeface="Arial"/>
                <a:cs typeface="Arial"/>
              </a:defRPr>
            </a:lvl7pPr>
            <a:lvl8pPr algn="l">
              <a:defRPr sz="1125" b="1">
                <a:solidFill>
                  <a:srgbClr val="3C7EEB"/>
                </a:solidFill>
                <a:latin typeface="Arial"/>
                <a:ea typeface="Arial"/>
                <a:cs typeface="Arial"/>
              </a:defRPr>
            </a:lvl8pPr>
            <a:lvl9pPr algn="l">
              <a:defRPr sz="1125" b="1">
                <a:solidFill>
                  <a:srgbClr val="3C7EEB"/>
                </a:solidFill>
                <a:latin typeface="Arial"/>
                <a:ea typeface="Arial"/>
                <a:cs typeface="Arial"/>
              </a:defRPr>
            </a:lvl9pPr>
          </a:lstStyle>
          <a:p xmlns:a="http://schemas.openxmlformats.org/drawingml/2006/main">
            <a:pPr algn="l">
              <a:defRPr sz="1125" b="1">
                <a:solidFill>
                  <a:srgbClr val="3C7EEB"/>
                </a:solidFill>
                <a:latin typeface="Arial"/>
                <a:ea typeface="Arial"/>
                <a:cs typeface="Arial"/>
              </a:defRPr>
            </a:pPr>
            <a:r>
              <a:rPr sz="1125" b="1">
                <a:solidFill>
                  <a:srgbClr val="3C7EEB"/>
                </a:solidFill>
                <a:latin typeface="Arial"/>
                <a:ea typeface="Arial"/>
                <a:cs typeface="Arial"/>
              </a:rPr>
              <a:t>QUALITY EVIDENCE</a:t>
            </a:r>
          </a:p>
        </p:txBody>
      </p:sp>
      <p:sp>
        <p:nvSpPr>
          <p:cNvPr id="7" name="">
            <a:extLst xmlns:a="http://schemas.openxmlformats.org/drawingml/2006/main">
              <a:ext uri="{FF2B5EF4-FFF2-40B4-BE49-F238E27FC236}">
                <a16:creationId xmlns:a16="http://schemas.microsoft.com/office/drawing/2014/main" id="{699F9DF7-8A0C-4B9D-9ED2-B00BBA6C80B3}"/>
              </a:ext>
            </a:extLst>
          </p:cNvPr>
          <p:cNvSpPr>
            <a:spLocks xmlns:a="http://schemas.openxmlformats.org/drawingml/2006/main" noGrp="1"/>
          </p:cNvSpPr>
          <p:nvPr/>
        </p:nvSpPr>
        <p:spPr>
          <a:xfrm xmlns:a="http://schemas.openxmlformats.org/drawingml/2006/main">
            <a:off x="685800" y="2495550"/>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82231"/>
                </a:solidFill>
                <a:latin typeface="Arial"/>
                <a:ea typeface="Arial"/>
                <a:cs typeface="Arial"/>
              </a:defRPr>
            </a:defPPr>
            <a:lvl1pPr algn="l">
              <a:defRPr sz="2175" b="1">
                <a:solidFill>
                  <a:srgbClr val="182231"/>
                </a:solidFill>
                <a:latin typeface="Arial"/>
                <a:ea typeface="Arial"/>
                <a:cs typeface="Arial"/>
              </a:defRPr>
            </a:lvl1pPr>
            <a:lvl2pPr algn="l">
              <a:defRPr sz="2175" b="1">
                <a:solidFill>
                  <a:srgbClr val="182231"/>
                </a:solidFill>
                <a:latin typeface="Arial"/>
                <a:ea typeface="Arial"/>
                <a:cs typeface="Arial"/>
              </a:defRPr>
            </a:lvl2pPr>
            <a:lvl3pPr algn="l">
              <a:defRPr sz="2175" b="1">
                <a:solidFill>
                  <a:srgbClr val="182231"/>
                </a:solidFill>
                <a:latin typeface="Arial"/>
                <a:ea typeface="Arial"/>
                <a:cs typeface="Arial"/>
              </a:defRPr>
            </a:lvl3pPr>
            <a:lvl4pPr algn="l">
              <a:defRPr sz="2175" b="1">
                <a:solidFill>
                  <a:srgbClr val="182231"/>
                </a:solidFill>
                <a:latin typeface="Arial"/>
                <a:ea typeface="Arial"/>
                <a:cs typeface="Arial"/>
              </a:defRPr>
            </a:lvl4pPr>
            <a:lvl5pPr algn="l">
              <a:defRPr sz="2175" b="1">
                <a:solidFill>
                  <a:srgbClr val="182231"/>
                </a:solidFill>
                <a:latin typeface="Arial"/>
                <a:ea typeface="Arial"/>
                <a:cs typeface="Arial"/>
              </a:defRPr>
            </a:lvl5pPr>
            <a:lvl6pPr algn="l">
              <a:defRPr sz="2175" b="1">
                <a:solidFill>
                  <a:srgbClr val="182231"/>
                </a:solidFill>
                <a:latin typeface="Arial"/>
                <a:ea typeface="Arial"/>
                <a:cs typeface="Arial"/>
              </a:defRPr>
            </a:lvl6pPr>
            <a:lvl7pPr algn="l">
              <a:defRPr sz="2175" b="1">
                <a:solidFill>
                  <a:srgbClr val="182231"/>
                </a:solidFill>
                <a:latin typeface="Arial"/>
                <a:ea typeface="Arial"/>
                <a:cs typeface="Arial"/>
              </a:defRPr>
            </a:lvl7pPr>
            <a:lvl8pPr algn="l">
              <a:defRPr sz="2175" b="1">
                <a:solidFill>
                  <a:srgbClr val="182231"/>
                </a:solidFill>
                <a:latin typeface="Arial"/>
                <a:ea typeface="Arial"/>
                <a:cs typeface="Arial"/>
              </a:defRPr>
            </a:lvl8pPr>
            <a:lvl9pPr algn="l">
              <a:defRPr sz="2175" b="1">
                <a:solidFill>
                  <a:srgbClr val="182231"/>
                </a:solidFill>
                <a:latin typeface="Arial"/>
                <a:ea typeface="Arial"/>
                <a:cs typeface="Arial"/>
              </a:defRPr>
            </a:lvl9pPr>
          </a:lstStyle>
          <a:p xmlns:a="http://schemas.openxmlformats.org/drawingml/2006/main">
            <a:pPr algn="l">
              <a:defRPr sz="2175" b="1">
                <a:solidFill>
                  <a:srgbClr val="182231"/>
                </a:solidFill>
                <a:latin typeface="Arial"/>
                <a:ea typeface="Arial"/>
                <a:cs typeface="Arial"/>
              </a:defRPr>
            </a:pPr>
            <a:r>
              <a:rPr sz="2175" b="1">
                <a:solidFill>
                  <a:srgbClr val="182231"/>
                </a:solidFill>
                <a:latin typeface="Arial"/>
                <a:ea typeface="Arial"/>
                <a:cs typeface="Arial"/>
              </a:rPr>
              <a:t>Better selection and timing</a:t>
            </a:r>
          </a:p>
        </p:txBody>
      </p:sp>
      <p:sp>
        <p:nvSpPr>
          <p:cNvPr id="8" name="">
            <a:extLst xmlns:a="http://schemas.openxmlformats.org/drawingml/2006/main">
              <a:ext uri="{FF2B5EF4-FFF2-40B4-BE49-F238E27FC236}">
                <a16:creationId xmlns:a16="http://schemas.microsoft.com/office/drawing/2014/main" id="{24A70879-858D-46A9-A6F1-0B091FB4929B}"/>
              </a:ext>
            </a:extLst>
          </p:cNvPr>
          <p:cNvSpPr>
            <a:spLocks xmlns:a="http://schemas.openxmlformats.org/drawingml/2006/main" noGrp="1"/>
          </p:cNvSpPr>
          <p:nvPr/>
        </p:nvSpPr>
        <p:spPr>
          <a:xfrm xmlns:a="http://schemas.openxmlformats.org/drawingml/2006/main">
            <a:off x="685800" y="3219450"/>
            <a:ext cx="3143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372"/>
                </a:solidFill>
                <a:latin typeface="Arial"/>
                <a:ea typeface="Arial"/>
                <a:cs typeface="Arial"/>
              </a:defRPr>
            </a:defPPr>
            <a:lvl1pPr algn="l">
              <a:defRPr sz="1575" b="0">
                <a:solidFill>
                  <a:srgbClr val="526372"/>
                </a:solidFill>
                <a:latin typeface="Arial"/>
                <a:ea typeface="Arial"/>
                <a:cs typeface="Arial"/>
              </a:defRPr>
            </a:lvl1pPr>
            <a:lvl2pPr algn="l">
              <a:defRPr sz="1575" b="0">
                <a:solidFill>
                  <a:srgbClr val="526372"/>
                </a:solidFill>
                <a:latin typeface="Arial"/>
                <a:ea typeface="Arial"/>
                <a:cs typeface="Arial"/>
              </a:defRPr>
            </a:lvl2pPr>
            <a:lvl3pPr algn="l">
              <a:defRPr sz="1575" b="0">
                <a:solidFill>
                  <a:srgbClr val="526372"/>
                </a:solidFill>
                <a:latin typeface="Arial"/>
                <a:ea typeface="Arial"/>
                <a:cs typeface="Arial"/>
              </a:defRPr>
            </a:lvl3pPr>
            <a:lvl4pPr algn="l">
              <a:defRPr sz="1575" b="0">
                <a:solidFill>
                  <a:srgbClr val="526372"/>
                </a:solidFill>
                <a:latin typeface="Arial"/>
                <a:ea typeface="Arial"/>
                <a:cs typeface="Arial"/>
              </a:defRPr>
            </a:lvl4pPr>
            <a:lvl5pPr algn="l">
              <a:defRPr sz="1575" b="0">
                <a:solidFill>
                  <a:srgbClr val="526372"/>
                </a:solidFill>
                <a:latin typeface="Arial"/>
                <a:ea typeface="Arial"/>
                <a:cs typeface="Arial"/>
              </a:defRPr>
            </a:lvl5pPr>
            <a:lvl6pPr algn="l">
              <a:defRPr sz="1575" b="0">
                <a:solidFill>
                  <a:srgbClr val="526372"/>
                </a:solidFill>
                <a:latin typeface="Arial"/>
                <a:ea typeface="Arial"/>
                <a:cs typeface="Arial"/>
              </a:defRPr>
            </a:lvl6pPr>
            <a:lvl7pPr algn="l">
              <a:defRPr sz="1575" b="0">
                <a:solidFill>
                  <a:srgbClr val="526372"/>
                </a:solidFill>
                <a:latin typeface="Arial"/>
                <a:ea typeface="Arial"/>
                <a:cs typeface="Arial"/>
              </a:defRPr>
            </a:lvl7pPr>
            <a:lvl8pPr algn="l">
              <a:defRPr sz="1575" b="0">
                <a:solidFill>
                  <a:srgbClr val="526372"/>
                </a:solidFill>
                <a:latin typeface="Arial"/>
                <a:ea typeface="Arial"/>
                <a:cs typeface="Arial"/>
              </a:defRPr>
            </a:lvl8pPr>
            <a:lvl9pPr algn="l">
              <a:defRPr sz="1575" b="0">
                <a:solidFill>
                  <a:srgbClr val="526372"/>
                </a:solidFill>
                <a:latin typeface="Arial"/>
                <a:ea typeface="Arial"/>
                <a:cs typeface="Arial"/>
              </a:defRPr>
            </a:lvl9pPr>
          </a:lstStyle>
          <a:p xmlns:a="http://schemas.openxmlformats.org/drawingml/2006/main">
            <a:pPr algn="l">
              <a:defRPr sz="1575" b="0">
                <a:solidFill>
                  <a:srgbClr val="526372"/>
                </a:solidFill>
                <a:latin typeface="Arial"/>
                <a:ea typeface="Arial"/>
                <a:cs typeface="Arial"/>
              </a:defRPr>
            </a:pPr>
            <a:r>
              <a:rPr sz="1575" b="0">
                <a:solidFill>
                  <a:srgbClr val="526372"/>
                </a:solidFill>
                <a:latin typeface="Arial"/>
                <a:ea typeface="Arial"/>
                <a:cs typeface="Arial"/>
              </a:rPr>
              <a:t>Label reference moments. Measure recognition errors and word onsets. Review failure cases.</a:t>
            </a:r>
          </a:p>
        </p:txBody>
      </p:sp>
      <p:sp>
        <p:nvSpPr>
          <p:cNvPr id="9" name="">
            <a:extLst xmlns:a="http://schemas.openxmlformats.org/drawingml/2006/main">
              <a:ext uri="{FF2B5EF4-FFF2-40B4-BE49-F238E27FC236}">
                <a16:creationId xmlns:a16="http://schemas.microsoft.com/office/drawing/2014/main" id="{0A70DAD1-6539-4C67-ACB5-613C41CA19FE}"/>
              </a:ext>
            </a:extLst>
          </p:cNvPr>
          <p:cNvSpPr>
            <a:spLocks xmlns:a="http://schemas.openxmlformats.org/drawingml/2006/main" noGrp="1"/>
          </p:cNvSpPr>
          <p:nvPr/>
        </p:nvSpPr>
        <p:spPr>
          <a:xfrm xmlns:a="http://schemas.openxmlformats.org/drawingml/2006/main">
            <a:off x="4362450" y="213360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3C7EEB"/>
                </a:solidFill>
                <a:latin typeface="Arial"/>
                <a:ea typeface="Arial"/>
                <a:cs typeface="Arial"/>
              </a:defRPr>
            </a:defPPr>
            <a:lvl1pPr algn="l">
              <a:defRPr sz="1125" b="1">
                <a:solidFill>
                  <a:srgbClr val="3C7EEB"/>
                </a:solidFill>
                <a:latin typeface="Arial"/>
                <a:ea typeface="Arial"/>
                <a:cs typeface="Arial"/>
              </a:defRPr>
            </a:lvl1pPr>
            <a:lvl2pPr algn="l">
              <a:defRPr sz="1125" b="1">
                <a:solidFill>
                  <a:srgbClr val="3C7EEB"/>
                </a:solidFill>
                <a:latin typeface="Arial"/>
                <a:ea typeface="Arial"/>
                <a:cs typeface="Arial"/>
              </a:defRPr>
            </a:lvl2pPr>
            <a:lvl3pPr algn="l">
              <a:defRPr sz="1125" b="1">
                <a:solidFill>
                  <a:srgbClr val="3C7EEB"/>
                </a:solidFill>
                <a:latin typeface="Arial"/>
                <a:ea typeface="Arial"/>
                <a:cs typeface="Arial"/>
              </a:defRPr>
            </a:lvl3pPr>
            <a:lvl4pPr algn="l">
              <a:defRPr sz="1125" b="1">
                <a:solidFill>
                  <a:srgbClr val="3C7EEB"/>
                </a:solidFill>
                <a:latin typeface="Arial"/>
                <a:ea typeface="Arial"/>
                <a:cs typeface="Arial"/>
              </a:defRPr>
            </a:lvl4pPr>
            <a:lvl5pPr algn="l">
              <a:defRPr sz="1125" b="1">
                <a:solidFill>
                  <a:srgbClr val="3C7EEB"/>
                </a:solidFill>
                <a:latin typeface="Arial"/>
                <a:ea typeface="Arial"/>
                <a:cs typeface="Arial"/>
              </a:defRPr>
            </a:lvl5pPr>
            <a:lvl6pPr algn="l">
              <a:defRPr sz="1125" b="1">
                <a:solidFill>
                  <a:srgbClr val="3C7EEB"/>
                </a:solidFill>
                <a:latin typeface="Arial"/>
                <a:ea typeface="Arial"/>
                <a:cs typeface="Arial"/>
              </a:defRPr>
            </a:lvl6pPr>
            <a:lvl7pPr algn="l">
              <a:defRPr sz="1125" b="1">
                <a:solidFill>
                  <a:srgbClr val="3C7EEB"/>
                </a:solidFill>
                <a:latin typeface="Arial"/>
                <a:ea typeface="Arial"/>
                <a:cs typeface="Arial"/>
              </a:defRPr>
            </a:lvl7pPr>
            <a:lvl8pPr algn="l">
              <a:defRPr sz="1125" b="1">
                <a:solidFill>
                  <a:srgbClr val="3C7EEB"/>
                </a:solidFill>
                <a:latin typeface="Arial"/>
                <a:ea typeface="Arial"/>
                <a:cs typeface="Arial"/>
              </a:defRPr>
            </a:lvl8pPr>
            <a:lvl9pPr algn="l">
              <a:defRPr sz="1125" b="1">
                <a:solidFill>
                  <a:srgbClr val="3C7EEB"/>
                </a:solidFill>
                <a:latin typeface="Arial"/>
                <a:ea typeface="Arial"/>
                <a:cs typeface="Arial"/>
              </a:defRPr>
            </a:lvl9pPr>
          </a:lstStyle>
          <a:p xmlns:a="http://schemas.openxmlformats.org/drawingml/2006/main">
            <a:pPr algn="l">
              <a:defRPr sz="1125" b="1">
                <a:solidFill>
                  <a:srgbClr val="3C7EEB"/>
                </a:solidFill>
                <a:latin typeface="Arial"/>
                <a:ea typeface="Arial"/>
                <a:cs typeface="Arial"/>
              </a:defRPr>
            </a:pPr>
            <a:r>
              <a:rPr sz="1125" b="1">
                <a:solidFill>
                  <a:srgbClr val="3C7EEB"/>
                </a:solidFill>
                <a:latin typeface="Arial"/>
                <a:ea typeface="Arial"/>
                <a:cs typeface="Arial"/>
              </a:rPr>
              <a:t>CREATOR TRIALS</a:t>
            </a:r>
          </a:p>
        </p:txBody>
      </p:sp>
      <p:sp>
        <p:nvSpPr>
          <p:cNvPr id="10" name="">
            <a:extLst xmlns:a="http://schemas.openxmlformats.org/drawingml/2006/main">
              <a:ext uri="{FF2B5EF4-FFF2-40B4-BE49-F238E27FC236}">
                <a16:creationId xmlns:a16="http://schemas.microsoft.com/office/drawing/2014/main" id="{BE9F9787-D98C-408F-96B0-7E46F71EED3A}"/>
              </a:ext>
            </a:extLst>
          </p:cNvPr>
          <p:cNvSpPr>
            <a:spLocks xmlns:a="http://schemas.openxmlformats.org/drawingml/2006/main" noGrp="1"/>
          </p:cNvSpPr>
          <p:nvPr/>
        </p:nvSpPr>
        <p:spPr>
          <a:xfrm xmlns:a="http://schemas.openxmlformats.org/drawingml/2006/main">
            <a:off x="4362450" y="2495550"/>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82231"/>
                </a:solidFill>
                <a:latin typeface="Arial"/>
                <a:ea typeface="Arial"/>
                <a:cs typeface="Arial"/>
              </a:defRPr>
            </a:defPPr>
            <a:lvl1pPr algn="l">
              <a:defRPr sz="2175" b="1">
                <a:solidFill>
                  <a:srgbClr val="182231"/>
                </a:solidFill>
                <a:latin typeface="Arial"/>
                <a:ea typeface="Arial"/>
                <a:cs typeface="Arial"/>
              </a:defRPr>
            </a:lvl1pPr>
            <a:lvl2pPr algn="l">
              <a:defRPr sz="2175" b="1">
                <a:solidFill>
                  <a:srgbClr val="182231"/>
                </a:solidFill>
                <a:latin typeface="Arial"/>
                <a:ea typeface="Arial"/>
                <a:cs typeface="Arial"/>
              </a:defRPr>
            </a:lvl2pPr>
            <a:lvl3pPr algn="l">
              <a:defRPr sz="2175" b="1">
                <a:solidFill>
                  <a:srgbClr val="182231"/>
                </a:solidFill>
                <a:latin typeface="Arial"/>
                <a:ea typeface="Arial"/>
                <a:cs typeface="Arial"/>
              </a:defRPr>
            </a:lvl3pPr>
            <a:lvl4pPr algn="l">
              <a:defRPr sz="2175" b="1">
                <a:solidFill>
                  <a:srgbClr val="182231"/>
                </a:solidFill>
                <a:latin typeface="Arial"/>
                <a:ea typeface="Arial"/>
                <a:cs typeface="Arial"/>
              </a:defRPr>
            </a:lvl4pPr>
            <a:lvl5pPr algn="l">
              <a:defRPr sz="2175" b="1">
                <a:solidFill>
                  <a:srgbClr val="182231"/>
                </a:solidFill>
                <a:latin typeface="Arial"/>
                <a:ea typeface="Arial"/>
                <a:cs typeface="Arial"/>
              </a:defRPr>
            </a:lvl5pPr>
            <a:lvl6pPr algn="l">
              <a:defRPr sz="2175" b="1">
                <a:solidFill>
                  <a:srgbClr val="182231"/>
                </a:solidFill>
                <a:latin typeface="Arial"/>
                <a:ea typeface="Arial"/>
                <a:cs typeface="Arial"/>
              </a:defRPr>
            </a:lvl6pPr>
            <a:lvl7pPr algn="l">
              <a:defRPr sz="2175" b="1">
                <a:solidFill>
                  <a:srgbClr val="182231"/>
                </a:solidFill>
                <a:latin typeface="Arial"/>
                <a:ea typeface="Arial"/>
                <a:cs typeface="Arial"/>
              </a:defRPr>
            </a:lvl7pPr>
            <a:lvl8pPr algn="l">
              <a:defRPr sz="2175" b="1">
                <a:solidFill>
                  <a:srgbClr val="182231"/>
                </a:solidFill>
                <a:latin typeface="Arial"/>
                <a:ea typeface="Arial"/>
                <a:cs typeface="Arial"/>
              </a:defRPr>
            </a:lvl8pPr>
            <a:lvl9pPr algn="l">
              <a:defRPr sz="2175" b="1">
                <a:solidFill>
                  <a:srgbClr val="182231"/>
                </a:solidFill>
                <a:latin typeface="Arial"/>
                <a:ea typeface="Arial"/>
                <a:cs typeface="Arial"/>
              </a:defRPr>
            </a:lvl9pPr>
          </a:lstStyle>
          <a:p xmlns:a="http://schemas.openxmlformats.org/drawingml/2006/main">
            <a:pPr algn="l">
              <a:defRPr sz="2175" b="1">
                <a:solidFill>
                  <a:srgbClr val="182231"/>
                </a:solidFill>
                <a:latin typeface="Arial"/>
                <a:ea typeface="Arial"/>
                <a:cs typeface="Arial"/>
              </a:defRPr>
            </a:pPr>
            <a:r>
              <a:rPr sz="2175" b="1">
                <a:solidFill>
                  <a:srgbClr val="182231"/>
                </a:solidFill>
                <a:latin typeface="Arial"/>
                <a:ea typeface="Arial"/>
                <a:cs typeface="Arial"/>
              </a:rPr>
              <a:t>A workflow people keep using</a:t>
            </a:r>
          </a:p>
        </p:txBody>
      </p:sp>
      <p:sp>
        <p:nvSpPr>
          <p:cNvPr id="11" name="">
            <a:extLst xmlns:a="http://schemas.openxmlformats.org/drawingml/2006/main">
              <a:ext uri="{FF2B5EF4-FFF2-40B4-BE49-F238E27FC236}">
                <a16:creationId xmlns:a16="http://schemas.microsoft.com/office/drawing/2014/main" id="{756A9218-6EB3-4B8C-A24A-6E1A04EEFF25}"/>
              </a:ext>
            </a:extLst>
          </p:cNvPr>
          <p:cNvSpPr>
            <a:spLocks xmlns:a="http://schemas.openxmlformats.org/drawingml/2006/main" noGrp="1"/>
          </p:cNvSpPr>
          <p:nvPr/>
        </p:nvSpPr>
        <p:spPr>
          <a:xfrm xmlns:a="http://schemas.openxmlformats.org/drawingml/2006/main">
            <a:off x="4362450" y="3219450"/>
            <a:ext cx="3143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372"/>
                </a:solidFill>
                <a:latin typeface="Arial"/>
                <a:ea typeface="Arial"/>
                <a:cs typeface="Arial"/>
              </a:defRPr>
            </a:defPPr>
            <a:lvl1pPr algn="l">
              <a:defRPr sz="1575" b="0">
                <a:solidFill>
                  <a:srgbClr val="526372"/>
                </a:solidFill>
                <a:latin typeface="Arial"/>
                <a:ea typeface="Arial"/>
                <a:cs typeface="Arial"/>
              </a:defRPr>
            </a:lvl1pPr>
            <a:lvl2pPr algn="l">
              <a:defRPr sz="1575" b="0">
                <a:solidFill>
                  <a:srgbClr val="526372"/>
                </a:solidFill>
                <a:latin typeface="Arial"/>
                <a:ea typeface="Arial"/>
                <a:cs typeface="Arial"/>
              </a:defRPr>
            </a:lvl2pPr>
            <a:lvl3pPr algn="l">
              <a:defRPr sz="1575" b="0">
                <a:solidFill>
                  <a:srgbClr val="526372"/>
                </a:solidFill>
                <a:latin typeface="Arial"/>
                <a:ea typeface="Arial"/>
                <a:cs typeface="Arial"/>
              </a:defRPr>
            </a:lvl3pPr>
            <a:lvl4pPr algn="l">
              <a:defRPr sz="1575" b="0">
                <a:solidFill>
                  <a:srgbClr val="526372"/>
                </a:solidFill>
                <a:latin typeface="Arial"/>
                <a:ea typeface="Arial"/>
                <a:cs typeface="Arial"/>
              </a:defRPr>
            </a:lvl4pPr>
            <a:lvl5pPr algn="l">
              <a:defRPr sz="1575" b="0">
                <a:solidFill>
                  <a:srgbClr val="526372"/>
                </a:solidFill>
                <a:latin typeface="Arial"/>
                <a:ea typeface="Arial"/>
                <a:cs typeface="Arial"/>
              </a:defRPr>
            </a:lvl5pPr>
            <a:lvl6pPr algn="l">
              <a:defRPr sz="1575" b="0">
                <a:solidFill>
                  <a:srgbClr val="526372"/>
                </a:solidFill>
                <a:latin typeface="Arial"/>
                <a:ea typeface="Arial"/>
                <a:cs typeface="Arial"/>
              </a:defRPr>
            </a:lvl6pPr>
            <a:lvl7pPr algn="l">
              <a:defRPr sz="1575" b="0">
                <a:solidFill>
                  <a:srgbClr val="526372"/>
                </a:solidFill>
                <a:latin typeface="Arial"/>
                <a:ea typeface="Arial"/>
                <a:cs typeface="Arial"/>
              </a:defRPr>
            </a:lvl7pPr>
            <a:lvl8pPr algn="l">
              <a:defRPr sz="1575" b="0">
                <a:solidFill>
                  <a:srgbClr val="526372"/>
                </a:solidFill>
                <a:latin typeface="Arial"/>
                <a:ea typeface="Arial"/>
                <a:cs typeface="Arial"/>
              </a:defRPr>
            </a:lvl8pPr>
            <a:lvl9pPr algn="l">
              <a:defRPr sz="1575" b="0">
                <a:solidFill>
                  <a:srgbClr val="526372"/>
                </a:solidFill>
                <a:latin typeface="Arial"/>
                <a:ea typeface="Arial"/>
                <a:cs typeface="Arial"/>
              </a:defRPr>
            </a:lvl9pPr>
          </a:lstStyle>
          <a:p xmlns:a="http://schemas.openxmlformats.org/drawingml/2006/main">
            <a:pPr algn="l">
              <a:defRPr sz="1575" b="0">
                <a:solidFill>
                  <a:srgbClr val="526372"/>
                </a:solidFill>
                <a:latin typeface="Arial"/>
                <a:ea typeface="Arial"/>
                <a:cs typeface="Arial"/>
              </a:defRPr>
            </a:pPr>
            <a:r>
              <a:rPr sz="1575" b="0">
                <a:solidFill>
                  <a:srgbClr val="526372"/>
                </a:solidFill>
                <a:latin typeface="Arial"/>
                <a:ea typeface="Arial"/>
                <a:cs typeface="Arial"/>
              </a:rPr>
              <a:t>Observe editing effort, clip acceptance, usability and willingness to pay.</a:t>
            </a:r>
          </a:p>
        </p:txBody>
      </p:sp>
      <p:sp>
        <p:nvSpPr>
          <p:cNvPr id="12" name="">
            <a:extLst xmlns:a="http://schemas.openxmlformats.org/drawingml/2006/main">
              <a:ext uri="{FF2B5EF4-FFF2-40B4-BE49-F238E27FC236}">
                <a16:creationId xmlns:a16="http://schemas.microsoft.com/office/drawing/2014/main" id="{A8EFD3D9-7C1D-4438-A1F1-751D4DBDBC73}"/>
              </a:ext>
            </a:extLst>
          </p:cNvPr>
          <p:cNvSpPr>
            <a:spLocks xmlns:a="http://schemas.openxmlformats.org/drawingml/2006/main" noGrp="1"/>
          </p:cNvSpPr>
          <p:nvPr/>
        </p:nvSpPr>
        <p:spPr>
          <a:xfrm xmlns:a="http://schemas.openxmlformats.org/drawingml/2006/main">
            <a:off x="8343900" y="2133600"/>
            <a:ext cx="3162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3C7EEB"/>
                </a:solidFill>
                <a:latin typeface="Arial"/>
                <a:ea typeface="Arial"/>
                <a:cs typeface="Arial"/>
              </a:defRPr>
            </a:defPPr>
            <a:lvl1pPr algn="l">
              <a:defRPr sz="1125" b="1">
                <a:solidFill>
                  <a:srgbClr val="3C7EEB"/>
                </a:solidFill>
                <a:latin typeface="Arial"/>
                <a:ea typeface="Arial"/>
                <a:cs typeface="Arial"/>
              </a:defRPr>
            </a:lvl1pPr>
            <a:lvl2pPr algn="l">
              <a:defRPr sz="1125" b="1">
                <a:solidFill>
                  <a:srgbClr val="3C7EEB"/>
                </a:solidFill>
                <a:latin typeface="Arial"/>
                <a:ea typeface="Arial"/>
                <a:cs typeface="Arial"/>
              </a:defRPr>
            </a:lvl2pPr>
            <a:lvl3pPr algn="l">
              <a:defRPr sz="1125" b="1">
                <a:solidFill>
                  <a:srgbClr val="3C7EEB"/>
                </a:solidFill>
                <a:latin typeface="Arial"/>
                <a:ea typeface="Arial"/>
                <a:cs typeface="Arial"/>
              </a:defRPr>
            </a:lvl3pPr>
            <a:lvl4pPr algn="l">
              <a:defRPr sz="1125" b="1">
                <a:solidFill>
                  <a:srgbClr val="3C7EEB"/>
                </a:solidFill>
                <a:latin typeface="Arial"/>
                <a:ea typeface="Arial"/>
                <a:cs typeface="Arial"/>
              </a:defRPr>
            </a:lvl4pPr>
            <a:lvl5pPr algn="l">
              <a:defRPr sz="1125" b="1">
                <a:solidFill>
                  <a:srgbClr val="3C7EEB"/>
                </a:solidFill>
                <a:latin typeface="Arial"/>
                <a:ea typeface="Arial"/>
                <a:cs typeface="Arial"/>
              </a:defRPr>
            </a:lvl5pPr>
            <a:lvl6pPr algn="l">
              <a:defRPr sz="1125" b="1">
                <a:solidFill>
                  <a:srgbClr val="3C7EEB"/>
                </a:solidFill>
                <a:latin typeface="Arial"/>
                <a:ea typeface="Arial"/>
                <a:cs typeface="Arial"/>
              </a:defRPr>
            </a:lvl6pPr>
            <a:lvl7pPr algn="l">
              <a:defRPr sz="1125" b="1">
                <a:solidFill>
                  <a:srgbClr val="3C7EEB"/>
                </a:solidFill>
                <a:latin typeface="Arial"/>
                <a:ea typeface="Arial"/>
                <a:cs typeface="Arial"/>
              </a:defRPr>
            </a:lvl7pPr>
            <a:lvl8pPr algn="l">
              <a:defRPr sz="1125" b="1">
                <a:solidFill>
                  <a:srgbClr val="3C7EEB"/>
                </a:solidFill>
                <a:latin typeface="Arial"/>
                <a:ea typeface="Arial"/>
                <a:cs typeface="Arial"/>
              </a:defRPr>
            </a:lvl8pPr>
            <a:lvl9pPr algn="l">
              <a:defRPr sz="1125" b="1">
                <a:solidFill>
                  <a:srgbClr val="3C7EEB"/>
                </a:solidFill>
                <a:latin typeface="Arial"/>
                <a:ea typeface="Arial"/>
                <a:cs typeface="Arial"/>
              </a:defRPr>
            </a:lvl9pPr>
          </a:lstStyle>
          <a:p xmlns:a="http://schemas.openxmlformats.org/drawingml/2006/main">
            <a:pPr algn="l">
              <a:defRPr sz="1125" b="1">
                <a:solidFill>
                  <a:srgbClr val="3C7EEB"/>
                </a:solidFill>
                <a:latin typeface="Arial"/>
                <a:ea typeface="Arial"/>
                <a:cs typeface="Arial"/>
              </a:defRPr>
            </a:pPr>
            <a:r>
              <a:rPr sz="1125" b="1">
                <a:solidFill>
                  <a:srgbClr val="3C7EEB"/>
                </a:solidFill>
                <a:latin typeface="Arial"/>
                <a:ea typeface="Arial"/>
                <a:cs typeface="Arial"/>
              </a:rPr>
              <a:t>DEPLOYMENT READINESS</a:t>
            </a:r>
          </a:p>
        </p:txBody>
      </p:sp>
      <p:sp>
        <p:nvSpPr>
          <p:cNvPr id="13" name="">
            <a:extLst xmlns:a="http://schemas.openxmlformats.org/drawingml/2006/main">
              <a:ext uri="{FF2B5EF4-FFF2-40B4-BE49-F238E27FC236}">
                <a16:creationId xmlns:a16="http://schemas.microsoft.com/office/drawing/2014/main" id="{6B9B82A1-2DEF-437F-8324-9E09D8CE5BC6}"/>
              </a:ext>
            </a:extLst>
          </p:cNvPr>
          <p:cNvSpPr>
            <a:spLocks xmlns:a="http://schemas.openxmlformats.org/drawingml/2006/main" noGrp="1"/>
          </p:cNvSpPr>
          <p:nvPr/>
        </p:nvSpPr>
        <p:spPr>
          <a:xfrm xmlns:a="http://schemas.openxmlformats.org/drawingml/2006/main">
            <a:off x="8343900" y="2495550"/>
            <a:ext cx="3162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82231"/>
                </a:solidFill>
                <a:latin typeface="Arial"/>
                <a:ea typeface="Arial"/>
                <a:cs typeface="Arial"/>
              </a:defRPr>
            </a:defPPr>
            <a:lvl1pPr algn="l">
              <a:defRPr sz="2175" b="1">
                <a:solidFill>
                  <a:srgbClr val="182231"/>
                </a:solidFill>
                <a:latin typeface="Arial"/>
                <a:ea typeface="Arial"/>
                <a:cs typeface="Arial"/>
              </a:defRPr>
            </a:lvl1pPr>
            <a:lvl2pPr algn="l">
              <a:defRPr sz="2175" b="1">
                <a:solidFill>
                  <a:srgbClr val="182231"/>
                </a:solidFill>
                <a:latin typeface="Arial"/>
                <a:ea typeface="Arial"/>
                <a:cs typeface="Arial"/>
              </a:defRPr>
            </a:lvl2pPr>
            <a:lvl3pPr algn="l">
              <a:defRPr sz="2175" b="1">
                <a:solidFill>
                  <a:srgbClr val="182231"/>
                </a:solidFill>
                <a:latin typeface="Arial"/>
                <a:ea typeface="Arial"/>
                <a:cs typeface="Arial"/>
              </a:defRPr>
            </a:lvl3pPr>
            <a:lvl4pPr algn="l">
              <a:defRPr sz="2175" b="1">
                <a:solidFill>
                  <a:srgbClr val="182231"/>
                </a:solidFill>
                <a:latin typeface="Arial"/>
                <a:ea typeface="Arial"/>
                <a:cs typeface="Arial"/>
              </a:defRPr>
            </a:lvl4pPr>
            <a:lvl5pPr algn="l">
              <a:defRPr sz="2175" b="1">
                <a:solidFill>
                  <a:srgbClr val="182231"/>
                </a:solidFill>
                <a:latin typeface="Arial"/>
                <a:ea typeface="Arial"/>
                <a:cs typeface="Arial"/>
              </a:defRPr>
            </a:lvl5pPr>
            <a:lvl6pPr algn="l">
              <a:defRPr sz="2175" b="1">
                <a:solidFill>
                  <a:srgbClr val="182231"/>
                </a:solidFill>
                <a:latin typeface="Arial"/>
                <a:ea typeface="Arial"/>
                <a:cs typeface="Arial"/>
              </a:defRPr>
            </a:lvl6pPr>
            <a:lvl7pPr algn="l">
              <a:defRPr sz="2175" b="1">
                <a:solidFill>
                  <a:srgbClr val="182231"/>
                </a:solidFill>
                <a:latin typeface="Arial"/>
                <a:ea typeface="Arial"/>
                <a:cs typeface="Arial"/>
              </a:defRPr>
            </a:lvl7pPr>
            <a:lvl8pPr algn="l">
              <a:defRPr sz="2175" b="1">
                <a:solidFill>
                  <a:srgbClr val="182231"/>
                </a:solidFill>
                <a:latin typeface="Arial"/>
                <a:ea typeface="Arial"/>
                <a:cs typeface="Arial"/>
              </a:defRPr>
            </a:lvl8pPr>
            <a:lvl9pPr algn="l">
              <a:defRPr sz="2175" b="1">
                <a:solidFill>
                  <a:srgbClr val="182231"/>
                </a:solidFill>
                <a:latin typeface="Arial"/>
                <a:ea typeface="Arial"/>
                <a:cs typeface="Arial"/>
              </a:defRPr>
            </a:lvl9pPr>
          </a:lstStyle>
          <a:p xmlns:a="http://schemas.openxmlformats.org/drawingml/2006/main">
            <a:pPr algn="l">
              <a:defRPr sz="2175" b="1">
                <a:solidFill>
                  <a:srgbClr val="182231"/>
                </a:solidFill>
                <a:latin typeface="Arial"/>
                <a:ea typeface="Arial"/>
                <a:cs typeface="Arial"/>
              </a:defRPr>
            </a:pPr>
            <a:r>
              <a:rPr sz="2175" b="1">
                <a:solidFill>
                  <a:srgbClr val="182231"/>
                </a:solidFill>
                <a:latin typeface="Arial"/>
                <a:ea typeface="Arial"/>
                <a:cs typeface="Arial"/>
              </a:rPr>
              <a:t>A responsible hosted pilot</a:t>
            </a:r>
          </a:p>
        </p:txBody>
      </p:sp>
      <p:sp>
        <p:nvSpPr>
          <p:cNvPr id="14" name="">
            <a:extLst xmlns:a="http://schemas.openxmlformats.org/drawingml/2006/main">
              <a:ext uri="{FF2B5EF4-FFF2-40B4-BE49-F238E27FC236}">
                <a16:creationId xmlns:a16="http://schemas.microsoft.com/office/drawing/2014/main" id="{CF114C0E-58CF-462E-B938-2DBD1EFCBEC1}"/>
              </a:ext>
            </a:extLst>
          </p:cNvPr>
          <p:cNvSpPr>
            <a:spLocks xmlns:a="http://schemas.openxmlformats.org/drawingml/2006/main" noGrp="1"/>
          </p:cNvSpPr>
          <p:nvPr/>
        </p:nvSpPr>
        <p:spPr>
          <a:xfrm xmlns:a="http://schemas.openxmlformats.org/drawingml/2006/main">
            <a:off x="8343900" y="3219450"/>
            <a:ext cx="31623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372"/>
                </a:solidFill>
                <a:latin typeface="Arial"/>
                <a:ea typeface="Arial"/>
                <a:cs typeface="Arial"/>
              </a:defRPr>
            </a:defPPr>
            <a:lvl1pPr algn="l">
              <a:defRPr sz="1575" b="0">
                <a:solidFill>
                  <a:srgbClr val="526372"/>
                </a:solidFill>
                <a:latin typeface="Arial"/>
                <a:ea typeface="Arial"/>
                <a:cs typeface="Arial"/>
              </a:defRPr>
            </a:lvl1pPr>
            <a:lvl2pPr algn="l">
              <a:defRPr sz="1575" b="0">
                <a:solidFill>
                  <a:srgbClr val="526372"/>
                </a:solidFill>
                <a:latin typeface="Arial"/>
                <a:ea typeface="Arial"/>
                <a:cs typeface="Arial"/>
              </a:defRPr>
            </a:lvl2pPr>
            <a:lvl3pPr algn="l">
              <a:defRPr sz="1575" b="0">
                <a:solidFill>
                  <a:srgbClr val="526372"/>
                </a:solidFill>
                <a:latin typeface="Arial"/>
                <a:ea typeface="Arial"/>
                <a:cs typeface="Arial"/>
              </a:defRPr>
            </a:lvl3pPr>
            <a:lvl4pPr algn="l">
              <a:defRPr sz="1575" b="0">
                <a:solidFill>
                  <a:srgbClr val="526372"/>
                </a:solidFill>
                <a:latin typeface="Arial"/>
                <a:ea typeface="Arial"/>
                <a:cs typeface="Arial"/>
              </a:defRPr>
            </a:lvl4pPr>
            <a:lvl5pPr algn="l">
              <a:defRPr sz="1575" b="0">
                <a:solidFill>
                  <a:srgbClr val="526372"/>
                </a:solidFill>
                <a:latin typeface="Arial"/>
                <a:ea typeface="Arial"/>
                <a:cs typeface="Arial"/>
              </a:defRPr>
            </a:lvl5pPr>
            <a:lvl6pPr algn="l">
              <a:defRPr sz="1575" b="0">
                <a:solidFill>
                  <a:srgbClr val="526372"/>
                </a:solidFill>
                <a:latin typeface="Arial"/>
                <a:ea typeface="Arial"/>
                <a:cs typeface="Arial"/>
              </a:defRPr>
            </a:lvl6pPr>
            <a:lvl7pPr algn="l">
              <a:defRPr sz="1575" b="0">
                <a:solidFill>
                  <a:srgbClr val="526372"/>
                </a:solidFill>
                <a:latin typeface="Arial"/>
                <a:ea typeface="Arial"/>
                <a:cs typeface="Arial"/>
              </a:defRPr>
            </a:lvl7pPr>
            <a:lvl8pPr algn="l">
              <a:defRPr sz="1575" b="0">
                <a:solidFill>
                  <a:srgbClr val="526372"/>
                </a:solidFill>
                <a:latin typeface="Arial"/>
                <a:ea typeface="Arial"/>
                <a:cs typeface="Arial"/>
              </a:defRPr>
            </a:lvl8pPr>
            <a:lvl9pPr algn="l">
              <a:defRPr sz="1575" b="0">
                <a:solidFill>
                  <a:srgbClr val="526372"/>
                </a:solidFill>
                <a:latin typeface="Arial"/>
                <a:ea typeface="Arial"/>
                <a:cs typeface="Arial"/>
              </a:defRPr>
            </a:lvl9pPr>
          </a:lstStyle>
          <a:p xmlns:a="http://schemas.openxmlformats.org/drawingml/2006/main">
            <a:pPr algn="l">
              <a:defRPr sz="1575" b="0">
                <a:solidFill>
                  <a:srgbClr val="526372"/>
                </a:solidFill>
                <a:latin typeface="Arial"/>
                <a:ea typeface="Arial"/>
                <a:cs typeface="Arial"/>
              </a:defRPr>
            </a:pPr>
            <a:r>
              <a:rPr sz="1575" b="0">
                <a:solidFill>
                  <a:srgbClr val="526372"/>
                </a:solidFill>
                <a:latin typeface="Arial"/>
                <a:ea typeface="Arial"/>
                <a:cs typeface="Arial"/>
              </a:rPr>
              <a:t>Establish account security, operational controls and per-minute processing cost first.</a:t>
            </a:r>
          </a:p>
        </p:txBody>
      </p:sp>
      <p:sp>
        <p:nvSpPr>
          <p:cNvPr id="15" name="">
            <a:extLst xmlns:a="http://schemas.openxmlformats.org/drawingml/2006/main">
              <a:ext uri="{FF2B5EF4-FFF2-40B4-BE49-F238E27FC236}">
                <a16:creationId xmlns:a16="http://schemas.microsoft.com/office/drawing/2014/main" id="{B9307E48-6971-486B-9213-028D5A5F3103}"/>
              </a:ext>
            </a:extLst>
          </p:cNvPr>
          <p:cNvSpPr>
            <a:spLocks xmlns:a="http://schemas.openxmlformats.org/drawingml/2006/main" noGrp="1"/>
          </p:cNvSpPr>
          <p:nvPr/>
        </p:nvSpPr>
        <p:spPr>
          <a:xfrm xmlns:a="http://schemas.openxmlformats.org/drawingml/2006/main">
            <a:off x="685800" y="5600700"/>
            <a:ext cx="10820400" cy="38100"/>
          </a:xfrm>
          <a:prstGeom xmlns:a="http://schemas.openxmlformats.org/drawingml/2006/main" prst="rect">
            <a:avLst/>
          </a:prstGeom>
          <a:solidFill xmlns:a="http://schemas.openxmlformats.org/drawingml/2006/main">
            <a:srgbClr val="62D7BE"/>
          </a:solidFill>
          <a:ln xmlns:a="http://schemas.openxmlformats.org/drawingml/2006/main" w="0">
            <a:noFill/>
          </a:ln>
        </p:spPr>
      </p:sp>
    </p:spTree>
    <p:extLst>
      <p:ext uri="{BB962C8B-B14F-4D97-AF65-F5344CB8AC3E}">
        <p14:creationId xmlns:p14="http://schemas.microsoft.com/office/powerpoint/2010/main" val="842353580"/>
      </p:ext>
    </p:extLst>
  </p:cSld>
</p:sld>
</file>

<file path=ppt/slides/slide12.xml><?xml version="1.0" encoding="utf-8"?>
<p:sld xmlns:p="http://schemas.openxmlformats.org/presentationml/2006/main">
  <p:cSld>
    <p:bg>
      <p:bgPr>
        <a:solidFill xmlns:a="http://schemas.openxmlformats.org/drawingml/2006/main">
          <a:srgbClr val="111A25"/>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96E55C6-8E4C-48FE-89AD-5BD0A14B7C96}"/>
              </a:ext>
            </a:extLst>
          </p:cNvPr>
          <p:cNvSpPr>
            <a:spLocks xmlns:a="http://schemas.openxmlformats.org/drawingml/2006/main" noGrp="1"/>
          </p:cNvSpPr>
          <p:nvPr/>
        </p:nvSpPr>
        <p:spPr>
          <a:xfrm xmlns:a="http://schemas.openxmlformats.org/drawingml/2006/main">
            <a:off x="685800" y="59055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6F3EB"/>
                </a:solidFill>
                <a:latin typeface="Arial"/>
                <a:ea typeface="Arial"/>
                <a:cs typeface="Arial"/>
              </a:defRPr>
            </a:defPPr>
            <a:lvl1pPr algn="l">
              <a:defRPr sz="3300" b="1">
                <a:solidFill>
                  <a:srgbClr val="F6F3EB"/>
                </a:solidFill>
                <a:latin typeface="Arial"/>
                <a:ea typeface="Arial"/>
                <a:cs typeface="Arial"/>
              </a:defRPr>
            </a:lvl1pPr>
            <a:lvl2pPr algn="l">
              <a:defRPr sz="3300" b="1">
                <a:solidFill>
                  <a:srgbClr val="F6F3EB"/>
                </a:solidFill>
                <a:latin typeface="Arial"/>
                <a:ea typeface="Arial"/>
                <a:cs typeface="Arial"/>
              </a:defRPr>
            </a:lvl2pPr>
            <a:lvl3pPr algn="l">
              <a:defRPr sz="3300" b="1">
                <a:solidFill>
                  <a:srgbClr val="F6F3EB"/>
                </a:solidFill>
                <a:latin typeface="Arial"/>
                <a:ea typeface="Arial"/>
                <a:cs typeface="Arial"/>
              </a:defRPr>
            </a:lvl3pPr>
            <a:lvl4pPr algn="l">
              <a:defRPr sz="3300" b="1">
                <a:solidFill>
                  <a:srgbClr val="F6F3EB"/>
                </a:solidFill>
                <a:latin typeface="Arial"/>
                <a:ea typeface="Arial"/>
                <a:cs typeface="Arial"/>
              </a:defRPr>
            </a:lvl4pPr>
            <a:lvl5pPr algn="l">
              <a:defRPr sz="3300" b="1">
                <a:solidFill>
                  <a:srgbClr val="F6F3EB"/>
                </a:solidFill>
                <a:latin typeface="Arial"/>
                <a:ea typeface="Arial"/>
                <a:cs typeface="Arial"/>
              </a:defRPr>
            </a:lvl5pPr>
            <a:lvl6pPr algn="l">
              <a:defRPr sz="3300" b="1">
                <a:solidFill>
                  <a:srgbClr val="F6F3EB"/>
                </a:solidFill>
                <a:latin typeface="Arial"/>
                <a:ea typeface="Arial"/>
                <a:cs typeface="Arial"/>
              </a:defRPr>
            </a:lvl6pPr>
            <a:lvl7pPr algn="l">
              <a:defRPr sz="3300" b="1">
                <a:solidFill>
                  <a:srgbClr val="F6F3EB"/>
                </a:solidFill>
                <a:latin typeface="Arial"/>
                <a:ea typeface="Arial"/>
                <a:cs typeface="Arial"/>
              </a:defRPr>
            </a:lvl7pPr>
            <a:lvl8pPr algn="l">
              <a:defRPr sz="3300" b="1">
                <a:solidFill>
                  <a:srgbClr val="F6F3EB"/>
                </a:solidFill>
                <a:latin typeface="Arial"/>
                <a:ea typeface="Arial"/>
                <a:cs typeface="Arial"/>
              </a:defRPr>
            </a:lvl8pPr>
            <a:lvl9pPr algn="l">
              <a:defRPr sz="3300" b="1">
                <a:solidFill>
                  <a:srgbClr val="F6F3EB"/>
                </a:solidFill>
                <a:latin typeface="Arial"/>
                <a:ea typeface="Arial"/>
                <a:cs typeface="Arial"/>
              </a:defRPr>
            </a:lvl9pPr>
          </a:lstStyle>
          <a:p xmlns:a="http://schemas.openxmlformats.org/drawingml/2006/main">
            <a:pPr algn="l">
              <a:defRPr sz="3300" b="1">
                <a:solidFill>
                  <a:srgbClr val="F6F3EB"/>
                </a:solidFill>
                <a:latin typeface="Arial"/>
                <a:ea typeface="Arial"/>
                <a:cs typeface="Arial"/>
              </a:defRPr>
            </a:pPr>
            <a:r>
              <a:rPr sz="3300" b="1">
                <a:solidFill>
                  <a:srgbClr val="F6F3EB"/>
                </a:solidFill>
                <a:latin typeface="Arial"/>
                <a:ea typeface="Arial"/>
                <a:cs typeface="Arial"/>
              </a:rPr>
              <a:t>A useful product, built through measured iteration</a:t>
            </a:r>
          </a:p>
        </p:txBody>
      </p:sp>
      <p:sp>
        <p:nvSpPr>
          <p:cNvPr id="3" name="">
            <a:extLst xmlns:a="http://schemas.openxmlformats.org/drawingml/2006/main">
              <a:ext uri="{FF2B5EF4-FFF2-40B4-BE49-F238E27FC236}">
                <a16:creationId xmlns:a16="http://schemas.microsoft.com/office/drawing/2014/main" id="{F1B45A89-1E64-4D05-98C8-E4E897215975}"/>
              </a:ext>
            </a:extLst>
          </p:cNvPr>
          <p:cNvSpPr>
            <a:spLocks xmlns:a="http://schemas.openxmlformats.org/drawingml/2006/main" noGrp="1"/>
          </p:cNvSpPr>
          <p:nvPr/>
        </p:nvSpPr>
        <p:spPr>
          <a:xfrm xmlns:a="http://schemas.openxmlformats.org/drawingml/2006/main">
            <a:off x="685800" y="6324600"/>
            <a:ext cx="10820400" cy="9525"/>
          </a:xfrm>
          <a:prstGeom xmlns:a="http://schemas.openxmlformats.org/drawingml/2006/main" prst="rect">
            <a:avLst/>
          </a:prstGeom>
          <a:solidFill xmlns:a="http://schemas.openxmlformats.org/drawingml/2006/main">
            <a:srgbClr val="35425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A661F7D-CD83-4077-8BBF-82FAC10A5F66}"/>
              </a:ext>
            </a:extLst>
          </p:cNvPr>
          <p:cNvSpPr>
            <a:spLocks xmlns:a="http://schemas.openxmlformats.org/drawingml/2006/main" noGrp="1"/>
          </p:cNvSpPr>
          <p:nvPr/>
        </p:nvSpPr>
        <p:spPr>
          <a:xfrm xmlns:a="http://schemas.openxmlformats.org/drawingml/2006/main">
            <a:off x="685800" y="647700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9BABB8"/>
                </a:solidFill>
                <a:latin typeface="Arial"/>
                <a:ea typeface="Arial"/>
                <a:cs typeface="Arial"/>
              </a:defRPr>
            </a:defPPr>
            <a:lvl1pPr algn="l">
              <a:defRPr sz="1050" b="1">
                <a:solidFill>
                  <a:srgbClr val="9BABB8"/>
                </a:solidFill>
                <a:latin typeface="Arial"/>
                <a:ea typeface="Arial"/>
                <a:cs typeface="Arial"/>
              </a:defRPr>
            </a:lvl1pPr>
            <a:lvl2pPr algn="l">
              <a:defRPr sz="1050" b="1">
                <a:solidFill>
                  <a:srgbClr val="9BABB8"/>
                </a:solidFill>
                <a:latin typeface="Arial"/>
                <a:ea typeface="Arial"/>
                <a:cs typeface="Arial"/>
              </a:defRPr>
            </a:lvl2pPr>
            <a:lvl3pPr algn="l">
              <a:defRPr sz="1050" b="1">
                <a:solidFill>
                  <a:srgbClr val="9BABB8"/>
                </a:solidFill>
                <a:latin typeface="Arial"/>
                <a:ea typeface="Arial"/>
                <a:cs typeface="Arial"/>
              </a:defRPr>
            </a:lvl3pPr>
            <a:lvl4pPr algn="l">
              <a:defRPr sz="1050" b="1">
                <a:solidFill>
                  <a:srgbClr val="9BABB8"/>
                </a:solidFill>
                <a:latin typeface="Arial"/>
                <a:ea typeface="Arial"/>
                <a:cs typeface="Arial"/>
              </a:defRPr>
            </a:lvl4pPr>
            <a:lvl5pPr algn="l">
              <a:defRPr sz="1050" b="1">
                <a:solidFill>
                  <a:srgbClr val="9BABB8"/>
                </a:solidFill>
                <a:latin typeface="Arial"/>
                <a:ea typeface="Arial"/>
                <a:cs typeface="Arial"/>
              </a:defRPr>
            </a:lvl5pPr>
            <a:lvl6pPr algn="l">
              <a:defRPr sz="1050" b="1">
                <a:solidFill>
                  <a:srgbClr val="9BABB8"/>
                </a:solidFill>
                <a:latin typeface="Arial"/>
                <a:ea typeface="Arial"/>
                <a:cs typeface="Arial"/>
              </a:defRPr>
            </a:lvl6pPr>
            <a:lvl7pPr algn="l">
              <a:defRPr sz="1050" b="1">
                <a:solidFill>
                  <a:srgbClr val="9BABB8"/>
                </a:solidFill>
                <a:latin typeface="Arial"/>
                <a:ea typeface="Arial"/>
                <a:cs typeface="Arial"/>
              </a:defRPr>
            </a:lvl7pPr>
            <a:lvl8pPr algn="l">
              <a:defRPr sz="1050" b="1">
                <a:solidFill>
                  <a:srgbClr val="9BABB8"/>
                </a:solidFill>
                <a:latin typeface="Arial"/>
                <a:ea typeface="Arial"/>
                <a:cs typeface="Arial"/>
              </a:defRPr>
            </a:lvl8pPr>
            <a:lvl9pPr algn="l">
              <a:defRPr sz="1050" b="1">
                <a:solidFill>
                  <a:srgbClr val="9BABB8"/>
                </a:solidFill>
                <a:latin typeface="Arial"/>
                <a:ea typeface="Arial"/>
                <a:cs typeface="Arial"/>
              </a:defRPr>
            </a:lvl9pPr>
          </a:lstStyle>
          <a:p xmlns:a="http://schemas.openxmlformats.org/drawingml/2006/main">
            <a:pPr algn="l">
              <a:defRPr sz="1050" b="1">
                <a:solidFill>
                  <a:srgbClr val="9BABB8"/>
                </a:solidFill>
                <a:latin typeface="Arial"/>
                <a:ea typeface="Arial"/>
                <a:cs typeface="Arial"/>
              </a:defRPr>
            </a:pPr>
            <a:r>
              <a:rPr sz="1050" b="1">
                <a:solidFill>
                  <a:srgbClr val="9BABB8"/>
                </a:solidFill>
                <a:latin typeface="Arial"/>
                <a:ea typeface="Arial"/>
                <a:cs typeface="Arial"/>
              </a:rPr>
              <a:t>FRAMECRAFT</a:t>
            </a:r>
          </a:p>
        </p:txBody>
      </p:sp>
      <p:sp>
        <p:nvSpPr>
          <p:cNvPr id="5" name="">
            <a:extLst xmlns:a="http://schemas.openxmlformats.org/drawingml/2006/main">
              <a:ext uri="{FF2B5EF4-FFF2-40B4-BE49-F238E27FC236}">
                <a16:creationId xmlns:a16="http://schemas.microsoft.com/office/drawing/2014/main" id="{25CCC0A3-36FC-4AD6-A4EE-142EB9B12E2D}"/>
              </a:ext>
            </a:extLst>
          </p:cNvPr>
          <p:cNvSpPr>
            <a:spLocks xmlns:a="http://schemas.openxmlformats.org/drawingml/2006/main" noGrp="1"/>
          </p:cNvSpPr>
          <p:nvPr/>
        </p:nvSpPr>
        <p:spPr>
          <a:xfrm xmlns:a="http://schemas.openxmlformats.org/drawingml/2006/main">
            <a:off x="10953750" y="64770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9BABB8"/>
                </a:solidFill>
                <a:latin typeface="Arial"/>
                <a:ea typeface="Arial"/>
                <a:cs typeface="Arial"/>
              </a:defRPr>
            </a:defPPr>
            <a:lvl1pPr algn="r">
              <a:defRPr sz="1050" b="0">
                <a:solidFill>
                  <a:srgbClr val="9BABB8"/>
                </a:solidFill>
                <a:latin typeface="Arial"/>
                <a:ea typeface="Arial"/>
                <a:cs typeface="Arial"/>
              </a:defRPr>
            </a:lvl1pPr>
            <a:lvl2pPr algn="r">
              <a:defRPr sz="1050" b="0">
                <a:solidFill>
                  <a:srgbClr val="9BABB8"/>
                </a:solidFill>
                <a:latin typeface="Arial"/>
                <a:ea typeface="Arial"/>
                <a:cs typeface="Arial"/>
              </a:defRPr>
            </a:lvl2pPr>
            <a:lvl3pPr algn="r">
              <a:defRPr sz="1050" b="0">
                <a:solidFill>
                  <a:srgbClr val="9BABB8"/>
                </a:solidFill>
                <a:latin typeface="Arial"/>
                <a:ea typeface="Arial"/>
                <a:cs typeface="Arial"/>
              </a:defRPr>
            </a:lvl3pPr>
            <a:lvl4pPr algn="r">
              <a:defRPr sz="1050" b="0">
                <a:solidFill>
                  <a:srgbClr val="9BABB8"/>
                </a:solidFill>
                <a:latin typeface="Arial"/>
                <a:ea typeface="Arial"/>
                <a:cs typeface="Arial"/>
              </a:defRPr>
            </a:lvl4pPr>
            <a:lvl5pPr algn="r">
              <a:defRPr sz="1050" b="0">
                <a:solidFill>
                  <a:srgbClr val="9BABB8"/>
                </a:solidFill>
                <a:latin typeface="Arial"/>
                <a:ea typeface="Arial"/>
                <a:cs typeface="Arial"/>
              </a:defRPr>
            </a:lvl5pPr>
            <a:lvl6pPr algn="r">
              <a:defRPr sz="1050" b="0">
                <a:solidFill>
                  <a:srgbClr val="9BABB8"/>
                </a:solidFill>
                <a:latin typeface="Arial"/>
                <a:ea typeface="Arial"/>
                <a:cs typeface="Arial"/>
              </a:defRPr>
            </a:lvl6pPr>
            <a:lvl7pPr algn="r">
              <a:defRPr sz="1050" b="0">
                <a:solidFill>
                  <a:srgbClr val="9BABB8"/>
                </a:solidFill>
                <a:latin typeface="Arial"/>
                <a:ea typeface="Arial"/>
                <a:cs typeface="Arial"/>
              </a:defRPr>
            </a:lvl7pPr>
            <a:lvl8pPr algn="r">
              <a:defRPr sz="1050" b="0">
                <a:solidFill>
                  <a:srgbClr val="9BABB8"/>
                </a:solidFill>
                <a:latin typeface="Arial"/>
                <a:ea typeface="Arial"/>
                <a:cs typeface="Arial"/>
              </a:defRPr>
            </a:lvl8pPr>
            <a:lvl9pPr algn="r">
              <a:defRPr sz="1050" b="0">
                <a:solidFill>
                  <a:srgbClr val="9BABB8"/>
                </a:solidFill>
                <a:latin typeface="Arial"/>
                <a:ea typeface="Arial"/>
                <a:cs typeface="Arial"/>
              </a:defRPr>
            </a:lvl9pPr>
          </a:lstStyle>
          <a:p xmlns:a="http://schemas.openxmlformats.org/drawingml/2006/main">
            <a:pPr algn="r">
              <a:defRPr sz="1050" b="0">
                <a:solidFill>
                  <a:srgbClr val="9BABB8"/>
                </a:solidFill>
                <a:latin typeface="Arial"/>
                <a:ea typeface="Arial"/>
                <a:cs typeface="Arial"/>
              </a:defRPr>
            </a:pPr>
            <a:r>
              <a:rPr sz="1050" b="0">
                <a:solidFill>
                  <a:srgbClr val="9BABB8"/>
                </a:solidFill>
                <a:latin typeface="Arial"/>
                <a:ea typeface="Arial"/>
                <a:cs typeface="Arial"/>
              </a:rPr>
              <a:t>12</a:t>
            </a:r>
          </a:p>
        </p:txBody>
      </p:sp>
      <p:sp>
        <p:nvSpPr>
          <p:cNvPr id="6" name="">
            <a:extLst xmlns:a="http://schemas.openxmlformats.org/drawingml/2006/main">
              <a:ext uri="{FF2B5EF4-FFF2-40B4-BE49-F238E27FC236}">
                <a16:creationId xmlns:a16="http://schemas.microsoft.com/office/drawing/2014/main" id="{AFB088A6-07B3-4328-8450-59EA9661C741}"/>
              </a:ext>
            </a:extLst>
          </p:cNvPr>
          <p:cNvSpPr>
            <a:spLocks xmlns:a="http://schemas.openxmlformats.org/drawingml/2006/main" noGrp="1"/>
          </p:cNvSpPr>
          <p:nvPr/>
        </p:nvSpPr>
        <p:spPr>
          <a:xfrm xmlns:a="http://schemas.openxmlformats.org/drawingml/2006/main">
            <a:off x="685800" y="1952625"/>
            <a:ext cx="6191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F6F3EB"/>
                </a:solidFill>
                <a:latin typeface="Arial"/>
                <a:ea typeface="Arial"/>
                <a:cs typeface="Arial"/>
              </a:defRPr>
            </a:defPPr>
            <a:lvl1pPr algn="l">
              <a:defRPr sz="4200" b="1">
                <a:solidFill>
                  <a:srgbClr val="F6F3EB"/>
                </a:solidFill>
                <a:latin typeface="Arial"/>
                <a:ea typeface="Arial"/>
                <a:cs typeface="Arial"/>
              </a:defRPr>
            </a:lvl1pPr>
            <a:lvl2pPr algn="l">
              <a:defRPr sz="4200" b="1">
                <a:solidFill>
                  <a:srgbClr val="F6F3EB"/>
                </a:solidFill>
                <a:latin typeface="Arial"/>
                <a:ea typeface="Arial"/>
                <a:cs typeface="Arial"/>
              </a:defRPr>
            </a:lvl2pPr>
            <a:lvl3pPr algn="l">
              <a:defRPr sz="4200" b="1">
                <a:solidFill>
                  <a:srgbClr val="F6F3EB"/>
                </a:solidFill>
                <a:latin typeface="Arial"/>
                <a:ea typeface="Arial"/>
                <a:cs typeface="Arial"/>
              </a:defRPr>
            </a:lvl3pPr>
            <a:lvl4pPr algn="l">
              <a:defRPr sz="4200" b="1">
                <a:solidFill>
                  <a:srgbClr val="F6F3EB"/>
                </a:solidFill>
                <a:latin typeface="Arial"/>
                <a:ea typeface="Arial"/>
                <a:cs typeface="Arial"/>
              </a:defRPr>
            </a:lvl4pPr>
            <a:lvl5pPr algn="l">
              <a:defRPr sz="4200" b="1">
                <a:solidFill>
                  <a:srgbClr val="F6F3EB"/>
                </a:solidFill>
                <a:latin typeface="Arial"/>
                <a:ea typeface="Arial"/>
                <a:cs typeface="Arial"/>
              </a:defRPr>
            </a:lvl5pPr>
            <a:lvl6pPr algn="l">
              <a:defRPr sz="4200" b="1">
                <a:solidFill>
                  <a:srgbClr val="F6F3EB"/>
                </a:solidFill>
                <a:latin typeface="Arial"/>
                <a:ea typeface="Arial"/>
                <a:cs typeface="Arial"/>
              </a:defRPr>
            </a:lvl6pPr>
            <a:lvl7pPr algn="l">
              <a:defRPr sz="4200" b="1">
                <a:solidFill>
                  <a:srgbClr val="F6F3EB"/>
                </a:solidFill>
                <a:latin typeface="Arial"/>
                <a:ea typeface="Arial"/>
                <a:cs typeface="Arial"/>
              </a:defRPr>
            </a:lvl7pPr>
            <a:lvl8pPr algn="l">
              <a:defRPr sz="4200" b="1">
                <a:solidFill>
                  <a:srgbClr val="F6F3EB"/>
                </a:solidFill>
                <a:latin typeface="Arial"/>
                <a:ea typeface="Arial"/>
                <a:cs typeface="Arial"/>
              </a:defRPr>
            </a:lvl8pPr>
            <a:lvl9pPr algn="l">
              <a:defRPr sz="4200" b="1">
                <a:solidFill>
                  <a:srgbClr val="F6F3EB"/>
                </a:solidFill>
                <a:latin typeface="Arial"/>
                <a:ea typeface="Arial"/>
                <a:cs typeface="Arial"/>
              </a:defRPr>
            </a:lvl9pPr>
          </a:lstStyle>
          <a:p xmlns:a="http://schemas.openxmlformats.org/drawingml/2006/main">
            <a:pPr algn="l">
              <a:defRPr sz="4200" b="1">
                <a:solidFill>
                  <a:srgbClr val="F6F3EB"/>
                </a:solidFill>
                <a:latin typeface="Arial"/>
                <a:ea typeface="Arial"/>
                <a:cs typeface="Arial"/>
              </a:defRPr>
            </a:pPr>
            <a:r>
              <a:rPr sz="4200" b="1">
                <a:solidFill>
                  <a:srgbClr val="F6F3EB"/>
                </a:solidFill>
                <a:latin typeface="Arial"/>
                <a:ea typeface="Arial"/>
                <a:cs typeface="Arial"/>
              </a:rPr>
              <a:t>KevBrad</a:t>
            </a:r>
          </a:p>
        </p:txBody>
      </p:sp>
      <p:sp>
        <p:nvSpPr>
          <p:cNvPr id="7" name="">
            <a:extLst xmlns:a="http://schemas.openxmlformats.org/drawingml/2006/main">
              <a:ext uri="{FF2B5EF4-FFF2-40B4-BE49-F238E27FC236}">
                <a16:creationId xmlns:a16="http://schemas.microsoft.com/office/drawing/2014/main" id="{5F8BD341-76E7-493D-BC9A-BCC573960E80}"/>
              </a:ext>
            </a:extLst>
          </p:cNvPr>
          <p:cNvSpPr>
            <a:spLocks xmlns:a="http://schemas.openxmlformats.org/drawingml/2006/main" noGrp="1"/>
          </p:cNvSpPr>
          <p:nvPr/>
        </p:nvSpPr>
        <p:spPr>
          <a:xfrm xmlns:a="http://schemas.openxmlformats.org/drawingml/2006/main">
            <a:off x="723900" y="3019425"/>
            <a:ext cx="6477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9BABB8"/>
                </a:solidFill>
                <a:latin typeface="Arial"/>
                <a:ea typeface="Arial"/>
                <a:cs typeface="Arial"/>
              </a:defRPr>
            </a:defPPr>
            <a:lvl1pPr algn="l">
              <a:defRPr sz="2175" b="0">
                <a:solidFill>
                  <a:srgbClr val="9BABB8"/>
                </a:solidFill>
                <a:latin typeface="Arial"/>
                <a:ea typeface="Arial"/>
                <a:cs typeface="Arial"/>
              </a:defRPr>
            </a:lvl1pPr>
            <a:lvl2pPr algn="l">
              <a:defRPr sz="2175" b="0">
                <a:solidFill>
                  <a:srgbClr val="9BABB8"/>
                </a:solidFill>
                <a:latin typeface="Arial"/>
                <a:ea typeface="Arial"/>
                <a:cs typeface="Arial"/>
              </a:defRPr>
            </a:lvl2pPr>
            <a:lvl3pPr algn="l">
              <a:defRPr sz="2175" b="0">
                <a:solidFill>
                  <a:srgbClr val="9BABB8"/>
                </a:solidFill>
                <a:latin typeface="Arial"/>
                <a:ea typeface="Arial"/>
                <a:cs typeface="Arial"/>
              </a:defRPr>
            </a:lvl3pPr>
            <a:lvl4pPr algn="l">
              <a:defRPr sz="2175" b="0">
                <a:solidFill>
                  <a:srgbClr val="9BABB8"/>
                </a:solidFill>
                <a:latin typeface="Arial"/>
                <a:ea typeface="Arial"/>
                <a:cs typeface="Arial"/>
              </a:defRPr>
            </a:lvl4pPr>
            <a:lvl5pPr algn="l">
              <a:defRPr sz="2175" b="0">
                <a:solidFill>
                  <a:srgbClr val="9BABB8"/>
                </a:solidFill>
                <a:latin typeface="Arial"/>
                <a:ea typeface="Arial"/>
                <a:cs typeface="Arial"/>
              </a:defRPr>
            </a:lvl5pPr>
            <a:lvl6pPr algn="l">
              <a:defRPr sz="2175" b="0">
                <a:solidFill>
                  <a:srgbClr val="9BABB8"/>
                </a:solidFill>
                <a:latin typeface="Arial"/>
                <a:ea typeface="Arial"/>
                <a:cs typeface="Arial"/>
              </a:defRPr>
            </a:lvl6pPr>
            <a:lvl7pPr algn="l">
              <a:defRPr sz="2175" b="0">
                <a:solidFill>
                  <a:srgbClr val="9BABB8"/>
                </a:solidFill>
                <a:latin typeface="Arial"/>
                <a:ea typeface="Arial"/>
                <a:cs typeface="Arial"/>
              </a:defRPr>
            </a:lvl7pPr>
            <a:lvl8pPr algn="l">
              <a:defRPr sz="2175" b="0">
                <a:solidFill>
                  <a:srgbClr val="9BABB8"/>
                </a:solidFill>
                <a:latin typeface="Arial"/>
                <a:ea typeface="Arial"/>
                <a:cs typeface="Arial"/>
              </a:defRPr>
            </a:lvl8pPr>
            <a:lvl9pPr algn="l">
              <a:defRPr sz="2175" b="0">
                <a:solidFill>
                  <a:srgbClr val="9BABB8"/>
                </a:solidFill>
                <a:latin typeface="Arial"/>
                <a:ea typeface="Arial"/>
                <a:cs typeface="Arial"/>
              </a:defRPr>
            </a:lvl9pPr>
          </a:lstStyle>
          <a:p xmlns:a="http://schemas.openxmlformats.org/drawingml/2006/main">
            <a:pPr algn="l">
              <a:defRPr sz="2175" b="0">
                <a:solidFill>
                  <a:srgbClr val="9BABB8"/>
                </a:solidFill>
                <a:latin typeface="Arial"/>
                <a:ea typeface="Arial"/>
                <a:cs typeface="Arial"/>
              </a:defRPr>
            </a:pPr>
            <a:r>
              <a:rPr sz="2175" b="0">
                <a:solidFill>
                  <a:srgbClr val="9BABB8"/>
                </a:solidFill>
                <a:latin typeface="Arial"/>
                <a:ea typeface="Arial"/>
                <a:cs typeface="Arial"/>
              </a:rPr>
              <a:t>Project direction, research, requirements and testing,</a:t>
            </a:r>
          </a:p>
          <a:p xmlns:a="http://schemas.openxmlformats.org/drawingml/2006/main">
            <a:pPr algn="l">
              <a:defRPr sz="2175" b="0">
                <a:solidFill>
                  <a:srgbClr val="9BABB8"/>
                </a:solidFill>
                <a:latin typeface="Arial"/>
                <a:ea typeface="Arial"/>
                <a:cs typeface="Arial"/>
              </a:defRPr>
            </a:pPr>
            <a:r>
              <a:rPr sz="2175" b="0">
                <a:solidFill>
                  <a:srgbClr val="9BABB8"/>
                </a:solidFill>
                <a:latin typeface="Arial"/>
                <a:ea typeface="Arial"/>
                <a:cs typeface="Arial"/>
              </a:rPr>
              <a:t>with AI-assisted implementation.</a:t>
            </a:r>
          </a:p>
        </p:txBody>
      </p:sp>
      <p:sp>
        <p:nvSpPr>
          <p:cNvPr id="8" name="">
            <a:extLst xmlns:a="http://schemas.openxmlformats.org/drawingml/2006/main">
              <a:ext uri="{FF2B5EF4-FFF2-40B4-BE49-F238E27FC236}">
                <a16:creationId xmlns:a16="http://schemas.microsoft.com/office/drawing/2014/main" id="{59C451E8-7DFD-40D9-BCA1-7E32EC733EFD}"/>
              </a:ext>
            </a:extLst>
          </p:cNvPr>
          <p:cNvSpPr>
            <a:spLocks xmlns:a="http://schemas.openxmlformats.org/drawingml/2006/main" noGrp="1"/>
          </p:cNvSpPr>
          <p:nvPr/>
        </p:nvSpPr>
        <p:spPr>
          <a:xfrm xmlns:a="http://schemas.openxmlformats.org/drawingml/2006/main">
            <a:off x="723900" y="4648200"/>
            <a:ext cx="695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62D7BE"/>
                </a:solidFill>
                <a:latin typeface="Arial"/>
                <a:ea typeface="Arial"/>
                <a:cs typeface="Arial"/>
              </a:defRPr>
            </a:defPPr>
            <a:lvl1pPr algn="l">
              <a:defRPr sz="1125" b="1">
                <a:solidFill>
                  <a:srgbClr val="62D7BE"/>
                </a:solidFill>
                <a:latin typeface="Arial"/>
                <a:ea typeface="Arial"/>
                <a:cs typeface="Arial"/>
              </a:defRPr>
            </a:lvl1pPr>
            <a:lvl2pPr algn="l">
              <a:defRPr sz="1125" b="1">
                <a:solidFill>
                  <a:srgbClr val="62D7BE"/>
                </a:solidFill>
                <a:latin typeface="Arial"/>
                <a:ea typeface="Arial"/>
                <a:cs typeface="Arial"/>
              </a:defRPr>
            </a:lvl2pPr>
            <a:lvl3pPr algn="l">
              <a:defRPr sz="1125" b="1">
                <a:solidFill>
                  <a:srgbClr val="62D7BE"/>
                </a:solidFill>
                <a:latin typeface="Arial"/>
                <a:ea typeface="Arial"/>
                <a:cs typeface="Arial"/>
              </a:defRPr>
            </a:lvl3pPr>
            <a:lvl4pPr algn="l">
              <a:defRPr sz="1125" b="1">
                <a:solidFill>
                  <a:srgbClr val="62D7BE"/>
                </a:solidFill>
                <a:latin typeface="Arial"/>
                <a:ea typeface="Arial"/>
                <a:cs typeface="Arial"/>
              </a:defRPr>
            </a:lvl4pPr>
            <a:lvl5pPr algn="l">
              <a:defRPr sz="1125" b="1">
                <a:solidFill>
                  <a:srgbClr val="62D7BE"/>
                </a:solidFill>
                <a:latin typeface="Arial"/>
                <a:ea typeface="Arial"/>
                <a:cs typeface="Arial"/>
              </a:defRPr>
            </a:lvl5pPr>
            <a:lvl6pPr algn="l">
              <a:defRPr sz="1125" b="1">
                <a:solidFill>
                  <a:srgbClr val="62D7BE"/>
                </a:solidFill>
                <a:latin typeface="Arial"/>
                <a:ea typeface="Arial"/>
                <a:cs typeface="Arial"/>
              </a:defRPr>
            </a:lvl6pPr>
            <a:lvl7pPr algn="l">
              <a:defRPr sz="1125" b="1">
                <a:solidFill>
                  <a:srgbClr val="62D7BE"/>
                </a:solidFill>
                <a:latin typeface="Arial"/>
                <a:ea typeface="Arial"/>
                <a:cs typeface="Arial"/>
              </a:defRPr>
            </a:lvl7pPr>
            <a:lvl8pPr algn="l">
              <a:defRPr sz="1125" b="1">
                <a:solidFill>
                  <a:srgbClr val="62D7BE"/>
                </a:solidFill>
                <a:latin typeface="Arial"/>
                <a:ea typeface="Arial"/>
                <a:cs typeface="Arial"/>
              </a:defRPr>
            </a:lvl8pPr>
            <a:lvl9pPr algn="l">
              <a:defRPr sz="1125" b="1">
                <a:solidFill>
                  <a:srgbClr val="62D7BE"/>
                </a:solidFill>
                <a:latin typeface="Arial"/>
                <a:ea typeface="Arial"/>
                <a:cs typeface="Arial"/>
              </a:defRPr>
            </a:lvl9pPr>
          </a:lstStyle>
          <a:p xmlns:a="http://schemas.openxmlformats.org/drawingml/2006/main">
            <a:pPr algn="l">
              <a:defRPr sz="1125" b="1">
                <a:solidFill>
                  <a:srgbClr val="62D7BE"/>
                </a:solidFill>
                <a:latin typeface="Arial"/>
                <a:ea typeface="Arial"/>
                <a:cs typeface="Arial"/>
              </a:defRPr>
            </a:pPr>
            <a:r>
              <a:rPr sz="1125" b="1">
                <a:solidFill>
                  <a:srgbClr val="62D7BE"/>
                </a:solidFill>
                <a:latin typeface="Arial"/>
                <a:ea typeface="Arial"/>
                <a:cs typeface="Arial"/>
              </a:rPr>
              <a:t>SUPPORT THAT WOULD ACCELERATE THE NEXT STAGE</a:t>
            </a:r>
          </a:p>
        </p:txBody>
      </p:sp>
      <p:sp>
        <p:nvSpPr>
          <p:cNvPr id="9" name="">
            <a:extLst xmlns:a="http://schemas.openxmlformats.org/drawingml/2006/main">
              <a:ext uri="{FF2B5EF4-FFF2-40B4-BE49-F238E27FC236}">
                <a16:creationId xmlns:a16="http://schemas.microsoft.com/office/drawing/2014/main" id="{F31DAADA-310C-45BA-8FBA-6148AE5A7334}"/>
              </a:ext>
            </a:extLst>
          </p:cNvPr>
          <p:cNvSpPr>
            <a:spLocks xmlns:a="http://schemas.openxmlformats.org/drawingml/2006/main" noGrp="1"/>
          </p:cNvSpPr>
          <p:nvPr/>
        </p:nvSpPr>
        <p:spPr>
          <a:xfrm xmlns:a="http://schemas.openxmlformats.org/drawingml/2006/main">
            <a:off x="723900" y="5076825"/>
            <a:ext cx="65722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6F3EB"/>
                </a:solidFill>
                <a:latin typeface="Arial"/>
                <a:ea typeface="Arial"/>
                <a:cs typeface="Arial"/>
              </a:defRPr>
            </a:defPPr>
            <a:lvl1pPr algn="l">
              <a:defRPr sz="2025" b="0">
                <a:solidFill>
                  <a:srgbClr val="F6F3EB"/>
                </a:solidFill>
                <a:latin typeface="Arial"/>
                <a:ea typeface="Arial"/>
                <a:cs typeface="Arial"/>
              </a:defRPr>
            </a:lvl1pPr>
            <a:lvl2pPr algn="l">
              <a:defRPr sz="2025" b="0">
                <a:solidFill>
                  <a:srgbClr val="F6F3EB"/>
                </a:solidFill>
                <a:latin typeface="Arial"/>
                <a:ea typeface="Arial"/>
                <a:cs typeface="Arial"/>
              </a:defRPr>
            </a:lvl2pPr>
            <a:lvl3pPr algn="l">
              <a:defRPr sz="2025" b="0">
                <a:solidFill>
                  <a:srgbClr val="F6F3EB"/>
                </a:solidFill>
                <a:latin typeface="Arial"/>
                <a:ea typeface="Arial"/>
                <a:cs typeface="Arial"/>
              </a:defRPr>
            </a:lvl3pPr>
            <a:lvl4pPr algn="l">
              <a:defRPr sz="2025" b="0">
                <a:solidFill>
                  <a:srgbClr val="F6F3EB"/>
                </a:solidFill>
                <a:latin typeface="Arial"/>
                <a:ea typeface="Arial"/>
                <a:cs typeface="Arial"/>
              </a:defRPr>
            </a:lvl4pPr>
            <a:lvl5pPr algn="l">
              <a:defRPr sz="2025" b="0">
                <a:solidFill>
                  <a:srgbClr val="F6F3EB"/>
                </a:solidFill>
                <a:latin typeface="Arial"/>
                <a:ea typeface="Arial"/>
                <a:cs typeface="Arial"/>
              </a:defRPr>
            </a:lvl5pPr>
            <a:lvl6pPr algn="l">
              <a:defRPr sz="2025" b="0">
                <a:solidFill>
                  <a:srgbClr val="F6F3EB"/>
                </a:solidFill>
                <a:latin typeface="Arial"/>
                <a:ea typeface="Arial"/>
                <a:cs typeface="Arial"/>
              </a:defRPr>
            </a:lvl6pPr>
            <a:lvl7pPr algn="l">
              <a:defRPr sz="2025" b="0">
                <a:solidFill>
                  <a:srgbClr val="F6F3EB"/>
                </a:solidFill>
                <a:latin typeface="Arial"/>
                <a:ea typeface="Arial"/>
                <a:cs typeface="Arial"/>
              </a:defRPr>
            </a:lvl7pPr>
            <a:lvl8pPr algn="l">
              <a:defRPr sz="2025" b="0">
                <a:solidFill>
                  <a:srgbClr val="F6F3EB"/>
                </a:solidFill>
                <a:latin typeface="Arial"/>
                <a:ea typeface="Arial"/>
                <a:cs typeface="Arial"/>
              </a:defRPr>
            </a:lvl8pPr>
            <a:lvl9pPr algn="l">
              <a:defRPr sz="2025" b="0">
                <a:solidFill>
                  <a:srgbClr val="F6F3EB"/>
                </a:solidFill>
                <a:latin typeface="Arial"/>
                <a:ea typeface="Arial"/>
                <a:cs typeface="Arial"/>
              </a:defRPr>
            </a:lvl9pPr>
          </a:lstStyle>
          <a:p xmlns:a="http://schemas.openxmlformats.org/drawingml/2006/main">
            <a:pPr algn="l">
              <a:defRPr sz="2025" b="0">
                <a:solidFill>
                  <a:srgbClr val="F6F3EB"/>
                </a:solidFill>
                <a:latin typeface="Arial"/>
                <a:ea typeface="Arial"/>
                <a:cs typeface="Arial"/>
              </a:defRPr>
            </a:pPr>
            <a:r>
              <a:rPr sz="2025" b="0">
                <a:solidFill>
                  <a:srgbClr val="F6F3EB"/>
                </a:solidFill>
                <a:latin typeface="Arial"/>
                <a:ea typeface="Arial"/>
                <a:cs typeface="Arial"/>
              </a:rPr>
              <a:t>Product mentorship</a:t>
            </a:r>
          </a:p>
          <a:p xmlns:a="http://schemas.openxmlformats.org/drawingml/2006/main">
            <a:pPr algn="l">
              <a:defRPr sz="2025" b="0">
                <a:solidFill>
                  <a:srgbClr val="F6F3EB"/>
                </a:solidFill>
                <a:latin typeface="Arial"/>
                <a:ea typeface="Arial"/>
                <a:cs typeface="Arial"/>
              </a:defRPr>
            </a:pPr>
            <a:r>
              <a:rPr sz="2025" b="0">
                <a:solidFill>
                  <a:srgbClr val="F6F3EB"/>
                </a:solidFill>
                <a:latin typeface="Arial"/>
                <a:ea typeface="Arial"/>
                <a:cs typeface="Arial"/>
              </a:rPr>
              <a:t>Creator introductions</a:t>
            </a:r>
          </a:p>
          <a:p xmlns:a="http://schemas.openxmlformats.org/drawingml/2006/main">
            <a:pPr algn="l">
              <a:defRPr sz="2025" b="0">
                <a:solidFill>
                  <a:srgbClr val="F6F3EB"/>
                </a:solidFill>
                <a:latin typeface="Arial"/>
                <a:ea typeface="Arial"/>
                <a:cs typeface="Arial"/>
              </a:defRPr>
            </a:pPr>
            <a:r>
              <a:rPr sz="2025" b="0">
                <a:solidFill>
                  <a:srgbClr val="F6F3EB"/>
                </a:solidFill>
                <a:latin typeface="Arial"/>
                <a:ea typeface="Arial"/>
                <a:cs typeface="Arial"/>
              </a:rPr>
              <a:t>Independent technical review</a:t>
            </a:r>
          </a:p>
        </p:txBody>
      </p:sp>
      <p:sp>
        <p:nvSpPr>
          <p:cNvPr id="10" name="">
            <a:extLst xmlns:a="http://schemas.openxmlformats.org/drawingml/2006/main">
              <a:ext uri="{FF2B5EF4-FFF2-40B4-BE49-F238E27FC236}">
                <a16:creationId xmlns:a16="http://schemas.microsoft.com/office/drawing/2014/main" id="{EB55C8CD-E994-4EA6-8877-D336F1E9EEC0}"/>
              </a:ext>
            </a:extLst>
          </p:cNvPr>
          <p:cNvSpPr>
            <a:spLocks xmlns:a="http://schemas.openxmlformats.org/drawingml/2006/main" noGrp="1"/>
          </p:cNvSpPr>
          <p:nvPr/>
        </p:nvSpPr>
        <p:spPr>
          <a:xfrm xmlns:a="http://schemas.openxmlformats.org/drawingml/2006/main">
            <a:off x="7829550" y="2371725"/>
            <a:ext cx="3667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62D7BE"/>
                </a:solidFill>
                <a:latin typeface="Arial"/>
                <a:ea typeface="Arial"/>
                <a:cs typeface="Arial"/>
              </a:defRPr>
            </a:defPPr>
            <a:lvl1pPr algn="l">
              <a:defRPr sz="2025" b="1">
                <a:solidFill>
                  <a:srgbClr val="62D7BE"/>
                </a:solidFill>
                <a:latin typeface="Arial"/>
                <a:ea typeface="Arial"/>
                <a:cs typeface="Arial"/>
              </a:defRPr>
            </a:lvl1pPr>
            <a:lvl2pPr algn="l">
              <a:defRPr sz="2025" b="1">
                <a:solidFill>
                  <a:srgbClr val="62D7BE"/>
                </a:solidFill>
                <a:latin typeface="Arial"/>
                <a:ea typeface="Arial"/>
                <a:cs typeface="Arial"/>
              </a:defRPr>
            </a:lvl2pPr>
            <a:lvl3pPr algn="l">
              <a:defRPr sz="2025" b="1">
                <a:solidFill>
                  <a:srgbClr val="62D7BE"/>
                </a:solidFill>
                <a:latin typeface="Arial"/>
                <a:ea typeface="Arial"/>
                <a:cs typeface="Arial"/>
              </a:defRPr>
            </a:lvl3pPr>
            <a:lvl4pPr algn="l">
              <a:defRPr sz="2025" b="1">
                <a:solidFill>
                  <a:srgbClr val="62D7BE"/>
                </a:solidFill>
                <a:latin typeface="Arial"/>
                <a:ea typeface="Arial"/>
                <a:cs typeface="Arial"/>
              </a:defRPr>
            </a:lvl4pPr>
            <a:lvl5pPr algn="l">
              <a:defRPr sz="2025" b="1">
                <a:solidFill>
                  <a:srgbClr val="62D7BE"/>
                </a:solidFill>
                <a:latin typeface="Arial"/>
                <a:ea typeface="Arial"/>
                <a:cs typeface="Arial"/>
              </a:defRPr>
            </a:lvl5pPr>
            <a:lvl6pPr algn="l">
              <a:defRPr sz="2025" b="1">
                <a:solidFill>
                  <a:srgbClr val="62D7BE"/>
                </a:solidFill>
                <a:latin typeface="Arial"/>
                <a:ea typeface="Arial"/>
                <a:cs typeface="Arial"/>
              </a:defRPr>
            </a:lvl6pPr>
            <a:lvl7pPr algn="l">
              <a:defRPr sz="2025" b="1">
                <a:solidFill>
                  <a:srgbClr val="62D7BE"/>
                </a:solidFill>
                <a:latin typeface="Arial"/>
                <a:ea typeface="Arial"/>
                <a:cs typeface="Arial"/>
              </a:defRPr>
            </a:lvl7pPr>
            <a:lvl8pPr algn="l">
              <a:defRPr sz="2025" b="1">
                <a:solidFill>
                  <a:srgbClr val="62D7BE"/>
                </a:solidFill>
                <a:latin typeface="Arial"/>
                <a:ea typeface="Arial"/>
                <a:cs typeface="Arial"/>
              </a:defRPr>
            </a:lvl8pPr>
            <a:lvl9pPr algn="l">
              <a:defRPr sz="2025" b="1">
                <a:solidFill>
                  <a:srgbClr val="62D7BE"/>
                </a:solidFill>
                <a:latin typeface="Arial"/>
                <a:ea typeface="Arial"/>
                <a:cs typeface="Arial"/>
              </a:defRPr>
            </a:lvl9pPr>
          </a:lstStyle>
          <a:p xmlns:a="http://schemas.openxmlformats.org/drawingml/2006/main">
            <a:pPr algn="l">
              <a:defRPr sz="2025" b="1">
                <a:solidFill>
                  <a:srgbClr val="62D7BE"/>
                </a:solidFill>
                <a:latin typeface="Arial"/>
                <a:ea typeface="Arial"/>
                <a:cs typeface="Arial"/>
              </a:defRPr>
            </a:pPr>
            <a:r>
              <a:rPr sz="2025" b="1">
                <a:solidFill>
                  <a:srgbClr val="62D7BE"/>
                </a:solidFill>
                <a:latin typeface="Arial"/>
                <a:ea typeface="Arial"/>
                <a:cs typeface="Arial"/>
              </a:rPr>
              <a:t>github.com/KevBrad/</a:t>
            </a:r>
          </a:p>
          <a:p xmlns:a="http://schemas.openxmlformats.org/drawingml/2006/main">
            <a:pPr algn="l">
              <a:defRPr sz="2025" b="1">
                <a:solidFill>
                  <a:srgbClr val="62D7BE"/>
                </a:solidFill>
                <a:latin typeface="Arial"/>
                <a:ea typeface="Arial"/>
                <a:cs typeface="Arial"/>
              </a:defRPr>
            </a:pPr>
            <a:r>
              <a:rPr sz="2025" b="1">
                <a:solidFill>
                  <a:srgbClr val="62D7BE"/>
                </a:solidFill>
                <a:latin typeface="Arial"/>
                <a:ea typeface="Arial"/>
                <a:cs typeface="Arial"/>
              </a:rPr>
              <a:t>framecraft-ai</a:t>
            </a:r>
          </a:p>
        </p:txBody>
      </p:sp>
      <p:sp>
        <p:nvSpPr>
          <p:cNvPr id="11" name="">
            <a:extLst xmlns:a="http://schemas.openxmlformats.org/drawingml/2006/main">
              <a:ext uri="{FF2B5EF4-FFF2-40B4-BE49-F238E27FC236}">
                <a16:creationId xmlns:a16="http://schemas.microsoft.com/office/drawing/2014/main" id="{33420651-1D8E-4AEC-80E6-C46D47C32D48}"/>
              </a:ext>
            </a:extLst>
          </p:cNvPr>
          <p:cNvSpPr>
            <a:spLocks xmlns:a="http://schemas.openxmlformats.org/drawingml/2006/main" noGrp="1"/>
          </p:cNvSpPr>
          <p:nvPr/>
        </p:nvSpPr>
        <p:spPr>
          <a:xfrm xmlns:a="http://schemas.openxmlformats.org/drawingml/2006/main">
            <a:off x="7829550" y="4038600"/>
            <a:ext cx="3667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9BABB8"/>
                </a:solidFill>
                <a:latin typeface="Arial"/>
                <a:ea typeface="Arial"/>
                <a:cs typeface="Arial"/>
              </a:defRPr>
            </a:defPPr>
            <a:lvl1pPr algn="l">
              <a:defRPr sz="1950" b="0">
                <a:solidFill>
                  <a:srgbClr val="9BABB8"/>
                </a:solidFill>
                <a:latin typeface="Arial"/>
                <a:ea typeface="Arial"/>
                <a:cs typeface="Arial"/>
              </a:defRPr>
            </a:lvl1pPr>
            <a:lvl2pPr algn="l">
              <a:defRPr sz="1950" b="0">
                <a:solidFill>
                  <a:srgbClr val="9BABB8"/>
                </a:solidFill>
                <a:latin typeface="Arial"/>
                <a:ea typeface="Arial"/>
                <a:cs typeface="Arial"/>
              </a:defRPr>
            </a:lvl2pPr>
            <a:lvl3pPr algn="l">
              <a:defRPr sz="1950" b="0">
                <a:solidFill>
                  <a:srgbClr val="9BABB8"/>
                </a:solidFill>
                <a:latin typeface="Arial"/>
                <a:ea typeface="Arial"/>
                <a:cs typeface="Arial"/>
              </a:defRPr>
            </a:lvl3pPr>
            <a:lvl4pPr algn="l">
              <a:defRPr sz="1950" b="0">
                <a:solidFill>
                  <a:srgbClr val="9BABB8"/>
                </a:solidFill>
                <a:latin typeface="Arial"/>
                <a:ea typeface="Arial"/>
                <a:cs typeface="Arial"/>
              </a:defRPr>
            </a:lvl4pPr>
            <a:lvl5pPr algn="l">
              <a:defRPr sz="1950" b="0">
                <a:solidFill>
                  <a:srgbClr val="9BABB8"/>
                </a:solidFill>
                <a:latin typeface="Arial"/>
                <a:ea typeface="Arial"/>
                <a:cs typeface="Arial"/>
              </a:defRPr>
            </a:lvl5pPr>
            <a:lvl6pPr algn="l">
              <a:defRPr sz="1950" b="0">
                <a:solidFill>
                  <a:srgbClr val="9BABB8"/>
                </a:solidFill>
                <a:latin typeface="Arial"/>
                <a:ea typeface="Arial"/>
                <a:cs typeface="Arial"/>
              </a:defRPr>
            </a:lvl6pPr>
            <a:lvl7pPr algn="l">
              <a:defRPr sz="1950" b="0">
                <a:solidFill>
                  <a:srgbClr val="9BABB8"/>
                </a:solidFill>
                <a:latin typeface="Arial"/>
                <a:ea typeface="Arial"/>
                <a:cs typeface="Arial"/>
              </a:defRPr>
            </a:lvl7pPr>
            <a:lvl8pPr algn="l">
              <a:defRPr sz="1950" b="0">
                <a:solidFill>
                  <a:srgbClr val="9BABB8"/>
                </a:solidFill>
                <a:latin typeface="Arial"/>
                <a:ea typeface="Arial"/>
                <a:cs typeface="Arial"/>
              </a:defRPr>
            </a:lvl8pPr>
            <a:lvl9pPr algn="l">
              <a:defRPr sz="1950" b="0">
                <a:solidFill>
                  <a:srgbClr val="9BABB8"/>
                </a:solidFill>
                <a:latin typeface="Arial"/>
                <a:ea typeface="Arial"/>
                <a:cs typeface="Arial"/>
              </a:defRPr>
            </a:lvl9pPr>
          </a:lstStyle>
          <a:p xmlns:a="http://schemas.openxmlformats.org/drawingml/2006/main">
            <a:pPr algn="l">
              <a:defRPr sz="1950" b="0">
                <a:solidFill>
                  <a:srgbClr val="9BABB8"/>
                </a:solidFill>
                <a:latin typeface="Arial"/>
                <a:ea typeface="Arial"/>
                <a:cs typeface="Arial"/>
              </a:defRPr>
            </a:pPr>
            <a:r>
              <a:rPr sz="1950" b="0">
                <a:solidFill>
                  <a:srgbClr val="9BABB8"/>
                </a:solidFill>
                <a:latin typeface="Arial"/>
                <a:ea typeface="Arial"/>
                <a:cs typeface="Arial"/>
              </a:rPr>
              <a:t>Working local prototype</a:t>
            </a:r>
          </a:p>
          <a:p xmlns:a="http://schemas.openxmlformats.org/drawingml/2006/main">
            <a:pPr algn="l">
              <a:defRPr sz="1950" b="0">
                <a:solidFill>
                  <a:srgbClr val="9BABB8"/>
                </a:solidFill>
                <a:latin typeface="Arial"/>
                <a:ea typeface="Arial"/>
                <a:cs typeface="Arial"/>
              </a:defRPr>
            </a:pPr>
            <a:r>
              <a:rPr sz="1950" b="0">
                <a:solidFill>
                  <a:srgbClr val="9BABB8"/>
                </a:solidFill>
                <a:latin typeface="Arial"/>
                <a:ea typeface="Arial"/>
                <a:cs typeface="Arial"/>
              </a:rPr>
              <a:t>Seeking validation and startup support</a:t>
            </a:r>
          </a:p>
        </p:txBody>
      </p:sp>
      <p:sp>
        <p:nvSpPr>
          <p:cNvPr id="12" name="">
            <a:extLst xmlns:a="http://schemas.openxmlformats.org/drawingml/2006/main">
              <a:ext uri="{FF2B5EF4-FFF2-40B4-BE49-F238E27FC236}">
                <a16:creationId xmlns:a16="http://schemas.microsoft.com/office/drawing/2014/main" id="{7C780FA5-68FD-47A6-B058-9E450F38CD67}"/>
              </a:ext>
            </a:extLst>
          </p:cNvPr>
          <p:cNvSpPr>
            <a:spLocks xmlns:a="http://schemas.openxmlformats.org/drawingml/2006/main" noGrp="1"/>
          </p:cNvSpPr>
          <p:nvPr/>
        </p:nvSpPr>
        <p:spPr>
          <a:xfrm xmlns:a="http://schemas.openxmlformats.org/drawingml/2006/main">
            <a:off x="7829550" y="5638800"/>
            <a:ext cx="3667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F6F3EB"/>
                </a:solidFill>
                <a:latin typeface="Arial"/>
                <a:ea typeface="Arial"/>
                <a:cs typeface="Arial"/>
              </a:defRPr>
            </a:defPPr>
            <a:lvl1pPr algn="l">
              <a:defRPr sz="1575" b="1">
                <a:solidFill>
                  <a:srgbClr val="F6F3EB"/>
                </a:solidFill>
                <a:latin typeface="Arial"/>
                <a:ea typeface="Arial"/>
                <a:cs typeface="Arial"/>
              </a:defRPr>
            </a:lvl1pPr>
            <a:lvl2pPr algn="l">
              <a:defRPr sz="1575" b="1">
                <a:solidFill>
                  <a:srgbClr val="F6F3EB"/>
                </a:solidFill>
                <a:latin typeface="Arial"/>
                <a:ea typeface="Arial"/>
                <a:cs typeface="Arial"/>
              </a:defRPr>
            </a:lvl2pPr>
            <a:lvl3pPr algn="l">
              <a:defRPr sz="1575" b="1">
                <a:solidFill>
                  <a:srgbClr val="F6F3EB"/>
                </a:solidFill>
                <a:latin typeface="Arial"/>
                <a:ea typeface="Arial"/>
                <a:cs typeface="Arial"/>
              </a:defRPr>
            </a:lvl3pPr>
            <a:lvl4pPr algn="l">
              <a:defRPr sz="1575" b="1">
                <a:solidFill>
                  <a:srgbClr val="F6F3EB"/>
                </a:solidFill>
                <a:latin typeface="Arial"/>
                <a:ea typeface="Arial"/>
                <a:cs typeface="Arial"/>
              </a:defRPr>
            </a:lvl4pPr>
            <a:lvl5pPr algn="l">
              <a:defRPr sz="1575" b="1">
                <a:solidFill>
                  <a:srgbClr val="F6F3EB"/>
                </a:solidFill>
                <a:latin typeface="Arial"/>
                <a:ea typeface="Arial"/>
                <a:cs typeface="Arial"/>
              </a:defRPr>
            </a:lvl5pPr>
            <a:lvl6pPr algn="l">
              <a:defRPr sz="1575" b="1">
                <a:solidFill>
                  <a:srgbClr val="F6F3EB"/>
                </a:solidFill>
                <a:latin typeface="Arial"/>
                <a:ea typeface="Arial"/>
                <a:cs typeface="Arial"/>
              </a:defRPr>
            </a:lvl6pPr>
            <a:lvl7pPr algn="l">
              <a:defRPr sz="1575" b="1">
                <a:solidFill>
                  <a:srgbClr val="F6F3EB"/>
                </a:solidFill>
                <a:latin typeface="Arial"/>
                <a:ea typeface="Arial"/>
                <a:cs typeface="Arial"/>
              </a:defRPr>
            </a:lvl7pPr>
            <a:lvl8pPr algn="l">
              <a:defRPr sz="1575" b="1">
                <a:solidFill>
                  <a:srgbClr val="F6F3EB"/>
                </a:solidFill>
                <a:latin typeface="Arial"/>
                <a:ea typeface="Arial"/>
                <a:cs typeface="Arial"/>
              </a:defRPr>
            </a:lvl8pPr>
            <a:lvl9pPr algn="l">
              <a:defRPr sz="1575" b="1">
                <a:solidFill>
                  <a:srgbClr val="F6F3EB"/>
                </a:solidFill>
                <a:latin typeface="Arial"/>
                <a:ea typeface="Arial"/>
                <a:cs typeface="Arial"/>
              </a:defRPr>
            </a:lvl9pPr>
          </a:lstStyle>
          <a:p xmlns:a="http://schemas.openxmlformats.org/drawingml/2006/main">
            <a:pPr algn="l">
              <a:defRPr sz="1575" b="1">
                <a:solidFill>
                  <a:srgbClr val="F6F3EB"/>
                </a:solidFill>
                <a:latin typeface="Arial"/>
                <a:ea typeface="Arial"/>
                <a:cs typeface="Arial"/>
              </a:defRPr>
            </a:pPr>
            <a:r>
              <a:rPr sz="1575" b="1">
                <a:solidFill>
                  <a:srgbClr val="F6F3EB"/>
                </a:solidFill>
                <a:latin typeface="Arial"/>
                <a:ea typeface="Arial"/>
                <a:cs typeface="Arial"/>
                <a:hlinkClick xmlns:r="http://schemas.openxmlformats.org/officeDocument/2006/relationships" r:id="Rd5c81a72d5434a95"/>
              </a:rPr>
              <a:t>Project and contact profile</a:t>
            </a:r>
          </a:p>
        </p:txBody>
      </p:sp>
    </p:spTree>
    <p:extLst>
      <p:ext uri="{BB962C8B-B14F-4D97-AF65-F5344CB8AC3E}">
        <p14:creationId xmlns:p14="http://schemas.microsoft.com/office/powerpoint/2010/main" val="20764459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2026-10-29T08:12:00.7310000Z</dcterms:created>
  <dcterms:modified xsi:type="dcterms:W3CDTF">2026-10-29T08:12:00.7320000Z</dcterms:modified>
</coreProperties>
</file>